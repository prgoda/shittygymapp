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71" r:id="rId3"/>
    <p:sldId id="259" r:id="rId4"/>
    <p:sldId id="272" r:id="rId5"/>
    <p:sldId id="274" r:id="rId6"/>
    <p:sldId id="263" r:id="rId7"/>
    <p:sldId id="276" r:id="rId8"/>
    <p:sldId id="269" r:id="rId9"/>
    <p:sldId id="275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F97557-EFB2-4135-9FC7-B4413C5816C6}" v="83" dt="2026-01-21T22:32:48.4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68" autoAdjust="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976" y="2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ylan Ward" userId="7ffbe4d430dfd62a" providerId="LiveId" clId="{63190BDD-FA1D-45E8-A5E8-DD30AD80AFF5}"/>
    <pc:docChg chg="undo custSel addSld delSld modSld">
      <pc:chgData name="Dylan Ward" userId="7ffbe4d430dfd62a" providerId="LiveId" clId="{63190BDD-FA1D-45E8-A5E8-DD30AD80AFF5}" dt="2026-01-21T22:34:30.235" v="8695" actId="6549"/>
      <pc:docMkLst>
        <pc:docMk/>
      </pc:docMkLst>
      <pc:sldChg chg="addSp delSp modSp mod">
        <pc:chgData name="Dylan Ward" userId="7ffbe4d430dfd62a" providerId="LiveId" clId="{63190BDD-FA1D-45E8-A5E8-DD30AD80AFF5}" dt="2026-01-20T22:56:54.365" v="3620" actId="14100"/>
        <pc:sldMkLst>
          <pc:docMk/>
          <pc:sldMk cId="0" sldId="259"/>
        </pc:sldMkLst>
        <pc:spChg chg="mod">
          <ac:chgData name="Dylan Ward" userId="7ffbe4d430dfd62a" providerId="LiveId" clId="{63190BDD-FA1D-45E8-A5E8-DD30AD80AFF5}" dt="2026-01-20T22:19:21.913" v="1984" actId="113"/>
          <ac:spMkLst>
            <pc:docMk/>
            <pc:sldMk cId="0" sldId="259"/>
            <ac:spMk id="2" creationId="{00000000-0000-0000-0000-000000000000}"/>
          </ac:spMkLst>
        </pc:spChg>
        <pc:spChg chg="mod">
          <ac:chgData name="Dylan Ward" userId="7ffbe4d430dfd62a" providerId="LiveId" clId="{63190BDD-FA1D-45E8-A5E8-DD30AD80AFF5}" dt="2026-01-20T22:55:13.720" v="3557" actId="552"/>
          <ac:spMkLst>
            <pc:docMk/>
            <pc:sldMk cId="0" sldId="259"/>
            <ac:spMk id="3" creationId="{00000000-0000-0000-0000-000000000000}"/>
          </ac:spMkLst>
        </pc:spChg>
        <pc:spChg chg="del">
          <ac:chgData name="Dylan Ward" userId="7ffbe4d430dfd62a" providerId="LiveId" clId="{63190BDD-FA1D-45E8-A5E8-DD30AD80AFF5}" dt="2026-01-20T22:55:18.436" v="3558" actId="478"/>
          <ac:spMkLst>
            <pc:docMk/>
            <pc:sldMk cId="0" sldId="259"/>
            <ac:spMk id="4" creationId="{75FE288F-B1A6-D119-89E7-16E91D1E2D71}"/>
          </ac:spMkLst>
        </pc:spChg>
        <pc:spChg chg="add del">
          <ac:chgData name="Dylan Ward" userId="7ffbe4d430dfd62a" providerId="LiveId" clId="{63190BDD-FA1D-45E8-A5E8-DD30AD80AFF5}" dt="2026-01-20T22:12:02.819" v="1540" actId="478"/>
          <ac:spMkLst>
            <pc:docMk/>
            <pc:sldMk cId="0" sldId="259"/>
            <ac:spMk id="5" creationId="{8DBA5C48-20EF-EE6D-E226-D9D78D9DD7B3}"/>
          </ac:spMkLst>
        </pc:spChg>
        <pc:spChg chg="add mod">
          <ac:chgData name="Dylan Ward" userId="7ffbe4d430dfd62a" providerId="LiveId" clId="{63190BDD-FA1D-45E8-A5E8-DD30AD80AFF5}" dt="2026-01-20T22:56:02.469" v="3613" actId="553"/>
          <ac:spMkLst>
            <pc:docMk/>
            <pc:sldMk cId="0" sldId="259"/>
            <ac:spMk id="6" creationId="{CF3D0905-F41E-545A-6831-0CA5F7B8E834}"/>
          </ac:spMkLst>
        </pc:spChg>
        <pc:spChg chg="add mod">
          <ac:chgData name="Dylan Ward" userId="7ffbe4d430dfd62a" providerId="LiveId" clId="{63190BDD-FA1D-45E8-A5E8-DD30AD80AFF5}" dt="2026-01-20T22:56:15.243" v="3615" actId="14100"/>
          <ac:spMkLst>
            <pc:docMk/>
            <pc:sldMk cId="0" sldId="259"/>
            <ac:spMk id="7" creationId="{CCF35289-7A65-F740-BFAD-0D563CC1F75C}"/>
          </ac:spMkLst>
        </pc:spChg>
        <pc:spChg chg="del mod">
          <ac:chgData name="Dylan Ward" userId="7ffbe4d430dfd62a" providerId="LiveId" clId="{63190BDD-FA1D-45E8-A5E8-DD30AD80AFF5}" dt="2026-01-20T22:17:10.322" v="1932" actId="478"/>
          <ac:spMkLst>
            <pc:docMk/>
            <pc:sldMk cId="0" sldId="259"/>
            <ac:spMk id="8" creationId="{7B76C3F3-7C77-5D2A-0E88-914B0BF44589}"/>
          </ac:spMkLst>
        </pc:spChg>
        <pc:spChg chg="del">
          <ac:chgData name="Dylan Ward" userId="7ffbe4d430dfd62a" providerId="LiveId" clId="{63190BDD-FA1D-45E8-A5E8-DD30AD80AFF5}" dt="2026-01-20T22:17:06.698" v="1931" actId="478"/>
          <ac:spMkLst>
            <pc:docMk/>
            <pc:sldMk cId="0" sldId="259"/>
            <ac:spMk id="11" creationId="{9C769366-37F9-E2C1-B0C8-72150495140B}"/>
          </ac:spMkLst>
        </pc:spChg>
        <pc:spChg chg="add del mod">
          <ac:chgData name="Dylan Ward" userId="7ffbe4d430dfd62a" providerId="LiveId" clId="{63190BDD-FA1D-45E8-A5E8-DD30AD80AFF5}" dt="2026-01-20T22:25:57.267" v="2071" actId="478"/>
          <ac:spMkLst>
            <pc:docMk/>
            <pc:sldMk cId="0" sldId="259"/>
            <ac:spMk id="13" creationId="{4DDA3B88-4CCB-36F4-4CCD-AD78BA60B9DB}"/>
          </ac:spMkLst>
        </pc:spChg>
        <pc:spChg chg="add mod">
          <ac:chgData name="Dylan Ward" userId="7ffbe4d430dfd62a" providerId="LiveId" clId="{63190BDD-FA1D-45E8-A5E8-DD30AD80AFF5}" dt="2026-01-20T22:55:49.792" v="3612" actId="14100"/>
          <ac:spMkLst>
            <pc:docMk/>
            <pc:sldMk cId="0" sldId="259"/>
            <ac:spMk id="14" creationId="{464A7627-9AA2-1A94-84AE-A7636888D372}"/>
          </ac:spMkLst>
        </pc:spChg>
        <pc:spChg chg="add mod">
          <ac:chgData name="Dylan Ward" userId="7ffbe4d430dfd62a" providerId="LiveId" clId="{63190BDD-FA1D-45E8-A5E8-DD30AD80AFF5}" dt="2026-01-20T22:56:54.365" v="3620" actId="14100"/>
          <ac:spMkLst>
            <pc:docMk/>
            <pc:sldMk cId="0" sldId="259"/>
            <ac:spMk id="15" creationId="{206A9C67-BDDC-58F7-C27A-819AA4AEF99E}"/>
          </ac:spMkLst>
        </pc:spChg>
        <pc:graphicFrameChg chg="add del mod modGraphic">
          <ac:chgData name="Dylan Ward" userId="7ffbe4d430dfd62a" providerId="LiveId" clId="{63190BDD-FA1D-45E8-A5E8-DD30AD80AFF5}" dt="2026-01-20T22:25:19.043" v="2068" actId="478"/>
          <ac:graphicFrameMkLst>
            <pc:docMk/>
            <pc:sldMk cId="0" sldId="259"/>
            <ac:graphicFrameMk id="9" creationId="{FD6E3334-07CA-6FC3-954D-FA0D700D61DC}"/>
          </ac:graphicFrameMkLst>
        </pc:graphicFrameChg>
        <pc:graphicFrameChg chg="add del mod">
          <ac:chgData name="Dylan Ward" userId="7ffbe4d430dfd62a" providerId="LiveId" clId="{63190BDD-FA1D-45E8-A5E8-DD30AD80AFF5}" dt="2026-01-20T22:25:13.316" v="2067" actId="478"/>
          <ac:graphicFrameMkLst>
            <pc:docMk/>
            <pc:sldMk cId="0" sldId="259"/>
            <ac:graphicFrameMk id="10" creationId="{BD8261A0-6892-A5FE-EBC6-B087861B4698}"/>
          </ac:graphicFrameMkLst>
        </pc:graphicFrameChg>
        <pc:picChg chg="del">
          <ac:chgData name="Dylan Ward" userId="7ffbe4d430dfd62a" providerId="LiveId" clId="{63190BDD-FA1D-45E8-A5E8-DD30AD80AFF5}" dt="2026-01-20T22:11:06.664" v="1537" actId="478"/>
          <ac:picMkLst>
            <pc:docMk/>
            <pc:sldMk cId="0" sldId="259"/>
            <ac:picMk id="12" creationId="{12EF4E45-0262-002F-36EE-F8056B0648CE}"/>
          </ac:picMkLst>
        </pc:picChg>
        <pc:picChg chg="del">
          <ac:chgData name="Dylan Ward" userId="7ffbe4d430dfd62a" providerId="LiveId" clId="{63190BDD-FA1D-45E8-A5E8-DD30AD80AFF5}" dt="2026-01-20T22:11:06.664" v="1537" actId="478"/>
          <ac:picMkLst>
            <pc:docMk/>
            <pc:sldMk cId="0" sldId="259"/>
            <ac:picMk id="1026" creationId="{28967558-60C8-72D7-7786-45305677C82A}"/>
          </ac:picMkLst>
        </pc:picChg>
      </pc:sldChg>
      <pc:sldChg chg="del">
        <pc:chgData name="Dylan Ward" userId="7ffbe4d430dfd62a" providerId="LiveId" clId="{63190BDD-FA1D-45E8-A5E8-DD30AD80AFF5}" dt="2026-01-21T21:50:36.179" v="7937" actId="47"/>
        <pc:sldMkLst>
          <pc:docMk/>
          <pc:sldMk cId="0" sldId="261"/>
        </pc:sldMkLst>
      </pc:sldChg>
      <pc:sldChg chg="del">
        <pc:chgData name="Dylan Ward" userId="7ffbe4d430dfd62a" providerId="LiveId" clId="{63190BDD-FA1D-45E8-A5E8-DD30AD80AFF5}" dt="2026-01-21T21:50:38.989" v="7938" actId="47"/>
        <pc:sldMkLst>
          <pc:docMk/>
          <pc:sldMk cId="0" sldId="262"/>
        </pc:sldMkLst>
      </pc:sldChg>
      <pc:sldChg chg="addSp delSp modSp mod">
        <pc:chgData name="Dylan Ward" userId="7ffbe4d430dfd62a" providerId="LiveId" clId="{63190BDD-FA1D-45E8-A5E8-DD30AD80AFF5}" dt="2026-01-21T21:53:45.745" v="7993" actId="108"/>
        <pc:sldMkLst>
          <pc:docMk/>
          <pc:sldMk cId="0" sldId="263"/>
        </pc:sldMkLst>
        <pc:spChg chg="mod">
          <ac:chgData name="Dylan Ward" userId="7ffbe4d430dfd62a" providerId="LiveId" clId="{63190BDD-FA1D-45E8-A5E8-DD30AD80AFF5}" dt="2026-01-21T21:53:45.745" v="7993" actId="108"/>
          <ac:spMkLst>
            <pc:docMk/>
            <pc:sldMk cId="0" sldId="263"/>
            <ac:spMk id="2" creationId="{00000000-0000-0000-0000-000000000000}"/>
          </ac:spMkLst>
        </pc:spChg>
        <pc:spChg chg="del">
          <ac:chgData name="Dylan Ward" userId="7ffbe4d430dfd62a" providerId="LiveId" clId="{63190BDD-FA1D-45E8-A5E8-DD30AD80AFF5}" dt="2026-01-21T17:21:38.644" v="5802" actId="478"/>
          <ac:spMkLst>
            <pc:docMk/>
            <pc:sldMk cId="0" sldId="263"/>
            <ac:spMk id="3" creationId="{00000000-0000-0000-0000-000000000000}"/>
          </ac:spMkLst>
        </pc:spChg>
        <pc:spChg chg="add del mod">
          <ac:chgData name="Dylan Ward" userId="7ffbe4d430dfd62a" providerId="LiveId" clId="{63190BDD-FA1D-45E8-A5E8-DD30AD80AFF5}" dt="2026-01-21T17:21:40.262" v="5803" actId="478"/>
          <ac:spMkLst>
            <pc:docMk/>
            <pc:sldMk cId="0" sldId="263"/>
            <ac:spMk id="5" creationId="{92DA6B24-89A2-4477-AD23-32E428E35897}"/>
          </ac:spMkLst>
        </pc:spChg>
        <pc:spChg chg="add del mod">
          <ac:chgData name="Dylan Ward" userId="7ffbe4d430dfd62a" providerId="LiveId" clId="{63190BDD-FA1D-45E8-A5E8-DD30AD80AFF5}" dt="2026-01-21T18:00:25.611" v="7077"/>
          <ac:spMkLst>
            <pc:docMk/>
            <pc:sldMk cId="0" sldId="263"/>
            <ac:spMk id="7" creationId="{C8134142-5997-FC72-D2DF-7FB33B629EE1}"/>
          </ac:spMkLst>
        </pc:spChg>
        <pc:spChg chg="add del mod">
          <ac:chgData name="Dylan Ward" userId="7ffbe4d430dfd62a" providerId="LiveId" clId="{63190BDD-FA1D-45E8-A5E8-DD30AD80AFF5}" dt="2026-01-21T17:27:02.457" v="5810" actId="478"/>
          <ac:spMkLst>
            <pc:docMk/>
            <pc:sldMk cId="0" sldId="263"/>
            <ac:spMk id="8" creationId="{C7771F02-5A17-77E3-3A7B-A0331BD3474C}"/>
          </ac:spMkLst>
        </pc:spChg>
        <pc:spChg chg="add mod">
          <ac:chgData name="Dylan Ward" userId="7ffbe4d430dfd62a" providerId="LiveId" clId="{63190BDD-FA1D-45E8-A5E8-DD30AD80AFF5}" dt="2026-01-21T17:29:06.291" v="6009" actId="207"/>
          <ac:spMkLst>
            <pc:docMk/>
            <pc:sldMk cId="0" sldId="263"/>
            <ac:spMk id="9" creationId="{E42890C0-6303-FD0E-F117-8837CD205293}"/>
          </ac:spMkLst>
        </pc:spChg>
        <pc:spChg chg="add mod">
          <ac:chgData name="Dylan Ward" userId="7ffbe4d430dfd62a" providerId="LiveId" clId="{63190BDD-FA1D-45E8-A5E8-DD30AD80AFF5}" dt="2026-01-21T17:29:06.291" v="6009" actId="207"/>
          <ac:spMkLst>
            <pc:docMk/>
            <pc:sldMk cId="0" sldId="263"/>
            <ac:spMk id="10" creationId="{5A0DEF39-D991-4A19-CAEC-BCEB8310B794}"/>
          </ac:spMkLst>
        </pc:spChg>
        <pc:spChg chg="add del mod">
          <ac:chgData name="Dylan Ward" userId="7ffbe4d430dfd62a" providerId="LiveId" clId="{63190BDD-FA1D-45E8-A5E8-DD30AD80AFF5}" dt="2026-01-21T17:30:05.267" v="6012" actId="478"/>
          <ac:spMkLst>
            <pc:docMk/>
            <pc:sldMk cId="0" sldId="263"/>
            <ac:spMk id="11" creationId="{D39D0D04-110B-70AA-A7F7-A7ECA3CF5DA9}"/>
          </ac:spMkLst>
        </pc:spChg>
        <pc:spChg chg="add mod">
          <ac:chgData name="Dylan Ward" userId="7ffbe4d430dfd62a" providerId="LiveId" clId="{63190BDD-FA1D-45E8-A5E8-DD30AD80AFF5}" dt="2026-01-21T17:42:21.626" v="6555" actId="14100"/>
          <ac:spMkLst>
            <pc:docMk/>
            <pc:sldMk cId="0" sldId="263"/>
            <ac:spMk id="12" creationId="{043593B2-6967-43CF-102A-EEC5F2F56478}"/>
          </ac:spMkLst>
        </pc:spChg>
        <pc:spChg chg="add mod">
          <ac:chgData name="Dylan Ward" userId="7ffbe4d430dfd62a" providerId="LiveId" clId="{63190BDD-FA1D-45E8-A5E8-DD30AD80AFF5}" dt="2026-01-21T17:42:53.410" v="6557" actId="20577"/>
          <ac:spMkLst>
            <pc:docMk/>
            <pc:sldMk cId="0" sldId="263"/>
            <ac:spMk id="13" creationId="{05EAE480-3E2A-A276-1970-BB158E159B9C}"/>
          </ac:spMkLst>
        </pc:spChg>
        <pc:spChg chg="add del mod">
          <ac:chgData name="Dylan Ward" userId="7ffbe4d430dfd62a" providerId="LiveId" clId="{63190BDD-FA1D-45E8-A5E8-DD30AD80AFF5}" dt="2026-01-21T17:33:49.223" v="6083" actId="478"/>
          <ac:spMkLst>
            <pc:docMk/>
            <pc:sldMk cId="0" sldId="263"/>
            <ac:spMk id="14" creationId="{F210581F-1FC7-F3DA-ECA0-5D9D3433E53E}"/>
          </ac:spMkLst>
        </pc:spChg>
        <pc:spChg chg="add mod">
          <ac:chgData name="Dylan Ward" userId="7ffbe4d430dfd62a" providerId="LiveId" clId="{63190BDD-FA1D-45E8-A5E8-DD30AD80AFF5}" dt="2026-01-21T17:42:09.059" v="6552" actId="14100"/>
          <ac:spMkLst>
            <pc:docMk/>
            <pc:sldMk cId="0" sldId="263"/>
            <ac:spMk id="15" creationId="{112BEBA9-685D-68C8-ACDD-5F94FE9A0587}"/>
          </ac:spMkLst>
        </pc:spChg>
        <pc:spChg chg="add mod">
          <ac:chgData name="Dylan Ward" userId="7ffbe4d430dfd62a" providerId="LiveId" clId="{63190BDD-FA1D-45E8-A5E8-DD30AD80AFF5}" dt="2026-01-21T17:52:53.556" v="6756" actId="20577"/>
          <ac:spMkLst>
            <pc:docMk/>
            <pc:sldMk cId="0" sldId="263"/>
            <ac:spMk id="16" creationId="{FE2617F0-DA03-28A9-528B-382074242F6D}"/>
          </ac:spMkLst>
        </pc:spChg>
        <pc:spChg chg="add mod">
          <ac:chgData name="Dylan Ward" userId="7ffbe4d430dfd62a" providerId="LiveId" clId="{63190BDD-FA1D-45E8-A5E8-DD30AD80AFF5}" dt="2026-01-21T17:59:12.933" v="7050" actId="14100"/>
          <ac:spMkLst>
            <pc:docMk/>
            <pc:sldMk cId="0" sldId="263"/>
            <ac:spMk id="17" creationId="{F46B70AC-8888-B938-A5AB-943E3B27CACE}"/>
          </ac:spMkLst>
        </pc:spChg>
        <pc:spChg chg="add mod">
          <ac:chgData name="Dylan Ward" userId="7ffbe4d430dfd62a" providerId="LiveId" clId="{63190BDD-FA1D-45E8-A5E8-DD30AD80AFF5}" dt="2026-01-21T18:08:43.956" v="7907" actId="6549"/>
          <ac:spMkLst>
            <pc:docMk/>
            <pc:sldMk cId="0" sldId="263"/>
            <ac:spMk id="18" creationId="{F55EA6C9-71C3-A787-F81F-27298940B426}"/>
          </ac:spMkLst>
        </pc:spChg>
        <pc:spChg chg="add mod">
          <ac:chgData name="Dylan Ward" userId="7ffbe4d430dfd62a" providerId="LiveId" clId="{63190BDD-FA1D-45E8-A5E8-DD30AD80AFF5}" dt="2026-01-21T17:50:30.415" v="6647" actId="1076"/>
          <ac:spMkLst>
            <pc:docMk/>
            <pc:sldMk cId="0" sldId="263"/>
            <ac:spMk id="19" creationId="{1CBAD74B-B744-AAC7-DB52-9D7EF5EA2CD3}"/>
          </ac:spMkLst>
        </pc:spChg>
        <pc:spChg chg="add mod">
          <ac:chgData name="Dylan Ward" userId="7ffbe4d430dfd62a" providerId="LiveId" clId="{63190BDD-FA1D-45E8-A5E8-DD30AD80AFF5}" dt="2026-01-21T17:58:57.013" v="7048" actId="14100"/>
          <ac:spMkLst>
            <pc:docMk/>
            <pc:sldMk cId="0" sldId="263"/>
            <ac:spMk id="20" creationId="{8CB3704B-F166-05C1-DADA-F0AF31AAA0E3}"/>
          </ac:spMkLst>
        </pc:spChg>
        <pc:spChg chg="add mod">
          <ac:chgData name="Dylan Ward" userId="7ffbe4d430dfd62a" providerId="LiveId" clId="{63190BDD-FA1D-45E8-A5E8-DD30AD80AFF5}" dt="2026-01-21T17:58:25.168" v="7045" actId="20577"/>
          <ac:spMkLst>
            <pc:docMk/>
            <pc:sldMk cId="0" sldId="263"/>
            <ac:spMk id="21" creationId="{63ADC847-7642-FB28-A6FD-AB06CB322934}"/>
          </ac:spMkLst>
        </pc:spChg>
        <pc:spChg chg="add mod">
          <ac:chgData name="Dylan Ward" userId="7ffbe4d430dfd62a" providerId="LiveId" clId="{63190BDD-FA1D-45E8-A5E8-DD30AD80AFF5}" dt="2026-01-21T18:09:12.850" v="7924" actId="20577"/>
          <ac:spMkLst>
            <pc:docMk/>
            <pc:sldMk cId="0" sldId="263"/>
            <ac:spMk id="22" creationId="{0D4E6151-2960-D929-4DF1-188E53B14DF7}"/>
          </ac:spMkLst>
        </pc:spChg>
        <pc:spChg chg="add mod">
          <ac:chgData name="Dylan Ward" userId="7ffbe4d430dfd62a" providerId="LiveId" clId="{63190BDD-FA1D-45E8-A5E8-DD30AD80AFF5}" dt="2026-01-21T18:04:12.895" v="7505" actId="1076"/>
          <ac:spMkLst>
            <pc:docMk/>
            <pc:sldMk cId="0" sldId="263"/>
            <ac:spMk id="23" creationId="{44387B71-769F-C61C-7024-C1A132772F19}"/>
          </ac:spMkLst>
        </pc:spChg>
        <pc:spChg chg="add mod">
          <ac:chgData name="Dylan Ward" userId="7ffbe4d430dfd62a" providerId="LiveId" clId="{63190BDD-FA1D-45E8-A5E8-DD30AD80AFF5}" dt="2026-01-21T18:04:07.584" v="7503"/>
          <ac:spMkLst>
            <pc:docMk/>
            <pc:sldMk cId="0" sldId="263"/>
            <ac:spMk id="24" creationId="{177ECF9B-7056-8841-BDF7-BB8D4C1FF814}"/>
          </ac:spMkLst>
        </pc:spChg>
        <pc:spChg chg="add mod">
          <ac:chgData name="Dylan Ward" userId="7ffbe4d430dfd62a" providerId="LiveId" clId="{63190BDD-FA1D-45E8-A5E8-DD30AD80AFF5}" dt="2026-01-21T18:06:57.964" v="7598" actId="20577"/>
          <ac:spMkLst>
            <pc:docMk/>
            <pc:sldMk cId="0" sldId="263"/>
            <ac:spMk id="25" creationId="{CF974909-BC99-EB07-89DD-64C48DC8FD23}"/>
          </ac:spMkLst>
        </pc:spChg>
        <pc:spChg chg="add mod">
          <ac:chgData name="Dylan Ward" userId="7ffbe4d430dfd62a" providerId="LiveId" clId="{63190BDD-FA1D-45E8-A5E8-DD30AD80AFF5}" dt="2026-01-21T18:09:02.638" v="7916" actId="20577"/>
          <ac:spMkLst>
            <pc:docMk/>
            <pc:sldMk cId="0" sldId="263"/>
            <ac:spMk id="26" creationId="{89FAEB5E-9BEF-A35F-4C8D-F4B7F5B9B124}"/>
          </ac:spMkLst>
        </pc:spChg>
      </pc:sldChg>
      <pc:sldChg chg="del">
        <pc:chgData name="Dylan Ward" userId="7ffbe4d430dfd62a" providerId="LiveId" clId="{63190BDD-FA1D-45E8-A5E8-DD30AD80AFF5}" dt="2026-01-21T21:50:54.924" v="7940" actId="47"/>
        <pc:sldMkLst>
          <pc:docMk/>
          <pc:sldMk cId="1555808572" sldId="266"/>
        </pc:sldMkLst>
      </pc:sldChg>
      <pc:sldChg chg="del">
        <pc:chgData name="Dylan Ward" userId="7ffbe4d430dfd62a" providerId="LiveId" clId="{63190BDD-FA1D-45E8-A5E8-DD30AD80AFF5}" dt="2026-01-21T21:50:54.924" v="7940" actId="47"/>
        <pc:sldMkLst>
          <pc:docMk/>
          <pc:sldMk cId="531290610" sldId="267"/>
        </pc:sldMkLst>
      </pc:sldChg>
      <pc:sldChg chg="del">
        <pc:chgData name="Dylan Ward" userId="7ffbe4d430dfd62a" providerId="LiveId" clId="{63190BDD-FA1D-45E8-A5E8-DD30AD80AFF5}" dt="2026-01-21T21:50:54.924" v="7940" actId="47"/>
        <pc:sldMkLst>
          <pc:docMk/>
          <pc:sldMk cId="3994025095" sldId="268"/>
        </pc:sldMkLst>
      </pc:sldChg>
      <pc:sldChg chg="modSp mod">
        <pc:chgData name="Dylan Ward" userId="7ffbe4d430dfd62a" providerId="LiveId" clId="{63190BDD-FA1D-45E8-A5E8-DD30AD80AFF5}" dt="2026-01-21T21:53:56.219" v="7994" actId="108"/>
        <pc:sldMkLst>
          <pc:docMk/>
          <pc:sldMk cId="2802907741" sldId="269"/>
        </pc:sldMkLst>
        <pc:spChg chg="mod">
          <ac:chgData name="Dylan Ward" userId="7ffbe4d430dfd62a" providerId="LiveId" clId="{63190BDD-FA1D-45E8-A5E8-DD30AD80AFF5}" dt="2026-01-21T21:53:56.219" v="7994" actId="108"/>
          <ac:spMkLst>
            <pc:docMk/>
            <pc:sldMk cId="2802907741" sldId="269"/>
            <ac:spMk id="2" creationId="{850E5E09-C1D0-39F1-C6AE-DDB8921950F5}"/>
          </ac:spMkLst>
        </pc:spChg>
        <pc:graphicFrameChg chg="mod modGraphic">
          <ac:chgData name="Dylan Ward" userId="7ffbe4d430dfd62a" providerId="LiveId" clId="{63190BDD-FA1D-45E8-A5E8-DD30AD80AFF5}" dt="2026-01-21T21:46:26.178" v="7936" actId="108"/>
          <ac:graphicFrameMkLst>
            <pc:docMk/>
            <pc:sldMk cId="2802907741" sldId="269"/>
            <ac:graphicFrameMk id="3" creationId="{99644305-DE31-D471-A3EA-C46E57D7F1B1}"/>
          </ac:graphicFrameMkLst>
        </pc:graphicFrameChg>
      </pc:sldChg>
      <pc:sldChg chg="addSp delSp modSp add del mod">
        <pc:chgData name="Dylan Ward" userId="7ffbe4d430dfd62a" providerId="LiveId" clId="{63190BDD-FA1D-45E8-A5E8-DD30AD80AFF5}" dt="2026-01-20T22:20:22.767" v="2047" actId="47"/>
        <pc:sldMkLst>
          <pc:docMk/>
          <pc:sldMk cId="4184115242" sldId="270"/>
        </pc:sldMkLst>
        <pc:spChg chg="del">
          <ac:chgData name="Dylan Ward" userId="7ffbe4d430dfd62a" providerId="LiveId" clId="{63190BDD-FA1D-45E8-A5E8-DD30AD80AFF5}" dt="2026-01-20T15:28:16.467" v="1" actId="478"/>
          <ac:spMkLst>
            <pc:docMk/>
            <pc:sldMk cId="4184115242" sldId="270"/>
            <ac:spMk id="2" creationId="{70B04B24-59B9-9A33-BFAA-A0A37884A3E4}"/>
          </ac:spMkLst>
        </pc:spChg>
        <pc:spChg chg="del">
          <ac:chgData name="Dylan Ward" userId="7ffbe4d430dfd62a" providerId="LiveId" clId="{63190BDD-FA1D-45E8-A5E8-DD30AD80AFF5}" dt="2026-01-20T15:28:16.467" v="1" actId="478"/>
          <ac:spMkLst>
            <pc:docMk/>
            <pc:sldMk cId="4184115242" sldId="270"/>
            <ac:spMk id="3" creationId="{174513E5-2BB4-5D63-47E7-1EFACAF05985}"/>
          </ac:spMkLst>
        </pc:spChg>
        <pc:spChg chg="del">
          <ac:chgData name="Dylan Ward" userId="7ffbe4d430dfd62a" providerId="LiveId" clId="{63190BDD-FA1D-45E8-A5E8-DD30AD80AFF5}" dt="2026-01-20T15:28:16.467" v="1" actId="478"/>
          <ac:spMkLst>
            <pc:docMk/>
            <pc:sldMk cId="4184115242" sldId="270"/>
            <ac:spMk id="4" creationId="{FF82736B-35E5-0644-EF1D-67CF7CC528F8}"/>
          </ac:spMkLst>
        </pc:spChg>
        <pc:spChg chg="del">
          <ac:chgData name="Dylan Ward" userId="7ffbe4d430dfd62a" providerId="LiveId" clId="{63190BDD-FA1D-45E8-A5E8-DD30AD80AFF5}" dt="2026-01-20T15:28:16.467" v="1" actId="478"/>
          <ac:spMkLst>
            <pc:docMk/>
            <pc:sldMk cId="4184115242" sldId="270"/>
            <ac:spMk id="6" creationId="{E35EF367-7474-64FE-1D1F-B5754628576F}"/>
          </ac:spMkLst>
        </pc:spChg>
        <pc:spChg chg="add del mod">
          <ac:chgData name="Dylan Ward" userId="7ffbe4d430dfd62a" providerId="LiveId" clId="{63190BDD-FA1D-45E8-A5E8-DD30AD80AFF5}" dt="2026-01-20T15:28:42.711" v="3" actId="3680"/>
          <ac:spMkLst>
            <pc:docMk/>
            <pc:sldMk cId="4184115242" sldId="270"/>
            <ac:spMk id="7" creationId="{EAD9D5FC-F90D-2DD2-9564-F5A7791A82B2}"/>
          </ac:spMkLst>
        </pc:spChg>
        <pc:spChg chg="add mod">
          <ac:chgData name="Dylan Ward" userId="7ffbe4d430dfd62a" providerId="LiveId" clId="{63190BDD-FA1D-45E8-A5E8-DD30AD80AFF5}" dt="2026-01-20T15:28:16.467" v="1" actId="478"/>
          <ac:spMkLst>
            <pc:docMk/>
            <pc:sldMk cId="4184115242" sldId="270"/>
            <ac:spMk id="9" creationId="{194C5B56-5117-F5AD-8E63-831ED5245920}"/>
          </ac:spMkLst>
        </pc:spChg>
        <pc:graphicFrameChg chg="add mod ord modGraphic">
          <ac:chgData name="Dylan Ward" userId="7ffbe4d430dfd62a" providerId="LiveId" clId="{63190BDD-FA1D-45E8-A5E8-DD30AD80AFF5}" dt="2026-01-20T15:41:41.115" v="1032" actId="20577"/>
          <ac:graphicFrameMkLst>
            <pc:docMk/>
            <pc:sldMk cId="4184115242" sldId="270"/>
            <ac:graphicFrameMk id="10" creationId="{73AEBC45-E0E0-0121-2468-4E782A7C9E21}"/>
          </ac:graphicFrameMkLst>
        </pc:graphicFrameChg>
      </pc:sldChg>
      <pc:sldChg chg="addSp delSp modSp add mod">
        <pc:chgData name="Dylan Ward" userId="7ffbe4d430dfd62a" providerId="LiveId" clId="{63190BDD-FA1D-45E8-A5E8-DD30AD80AFF5}" dt="2026-01-20T22:20:05.708" v="2046" actId="14100"/>
        <pc:sldMkLst>
          <pc:docMk/>
          <pc:sldMk cId="3097817571" sldId="271"/>
        </pc:sldMkLst>
        <pc:spChg chg="add del mod">
          <ac:chgData name="Dylan Ward" userId="7ffbe4d430dfd62a" providerId="LiveId" clId="{63190BDD-FA1D-45E8-A5E8-DD30AD80AFF5}" dt="2026-01-20T18:22:51.469" v="1494"/>
          <ac:spMkLst>
            <pc:docMk/>
            <pc:sldMk cId="3097817571" sldId="271"/>
            <ac:spMk id="2" creationId="{7417268F-51B8-70E7-96CF-6088C4070F90}"/>
          </ac:spMkLst>
        </pc:spChg>
        <pc:spChg chg="add">
          <ac:chgData name="Dylan Ward" userId="7ffbe4d430dfd62a" providerId="LiveId" clId="{63190BDD-FA1D-45E8-A5E8-DD30AD80AFF5}" dt="2026-01-20T16:00:23.866" v="1492"/>
          <ac:spMkLst>
            <pc:docMk/>
            <pc:sldMk cId="3097817571" sldId="271"/>
            <ac:spMk id="3" creationId="{1C41BDC5-A3E4-9F35-4010-B4E531B5AC31}"/>
          </ac:spMkLst>
        </pc:spChg>
        <pc:spChg chg="add mod">
          <ac:chgData name="Dylan Ward" userId="7ffbe4d430dfd62a" providerId="LiveId" clId="{63190BDD-FA1D-45E8-A5E8-DD30AD80AFF5}" dt="2026-01-20T22:19:52.503" v="2012" actId="1036"/>
          <ac:spMkLst>
            <pc:docMk/>
            <pc:sldMk cId="3097817571" sldId="271"/>
            <ac:spMk id="4" creationId="{50EBE491-252F-F1F4-72E2-4F19DFBFB09B}"/>
          </ac:spMkLst>
        </pc:spChg>
        <pc:spChg chg="mod">
          <ac:chgData name="Dylan Ward" userId="7ffbe4d430dfd62a" providerId="LiveId" clId="{63190BDD-FA1D-45E8-A5E8-DD30AD80AFF5}" dt="2026-01-20T22:19:44.988" v="1985" actId="108"/>
          <ac:spMkLst>
            <pc:docMk/>
            <pc:sldMk cId="3097817571" sldId="271"/>
            <ac:spMk id="9" creationId="{2648E0D9-5040-9914-54F7-524890070200}"/>
          </ac:spMkLst>
        </pc:spChg>
        <pc:graphicFrameChg chg="mod modGraphic">
          <ac:chgData name="Dylan Ward" userId="7ffbe4d430dfd62a" providerId="LiveId" clId="{63190BDD-FA1D-45E8-A5E8-DD30AD80AFF5}" dt="2026-01-20T22:20:05.708" v="2046" actId="14100"/>
          <ac:graphicFrameMkLst>
            <pc:docMk/>
            <pc:sldMk cId="3097817571" sldId="271"/>
            <ac:graphicFrameMk id="10" creationId="{C7F65341-7E13-EC01-CEBC-8E98525F8C79}"/>
          </ac:graphicFrameMkLst>
        </pc:graphicFrameChg>
      </pc:sldChg>
      <pc:sldChg chg="addSp delSp modSp add mod">
        <pc:chgData name="Dylan Ward" userId="7ffbe4d430dfd62a" providerId="LiveId" clId="{63190BDD-FA1D-45E8-A5E8-DD30AD80AFF5}" dt="2026-01-20T23:42:54.269" v="4449" actId="20577"/>
        <pc:sldMkLst>
          <pc:docMk/>
          <pc:sldMk cId="2204282680" sldId="272"/>
        </pc:sldMkLst>
        <pc:spChg chg="del mod">
          <ac:chgData name="Dylan Ward" userId="7ffbe4d430dfd62a" providerId="LiveId" clId="{63190BDD-FA1D-45E8-A5E8-DD30AD80AFF5}" dt="2026-01-20T23:31:20.835" v="4144" actId="478"/>
          <ac:spMkLst>
            <pc:docMk/>
            <pc:sldMk cId="2204282680" sldId="272"/>
            <ac:spMk id="2" creationId="{78E6E1A2-A22A-1A9B-FD9E-CFD32DC685BB}"/>
          </ac:spMkLst>
        </pc:spChg>
        <pc:spChg chg="del">
          <ac:chgData name="Dylan Ward" userId="7ffbe4d430dfd62a" providerId="LiveId" clId="{63190BDD-FA1D-45E8-A5E8-DD30AD80AFF5}" dt="2026-01-20T23:09:07.686" v="3622" actId="478"/>
          <ac:spMkLst>
            <pc:docMk/>
            <pc:sldMk cId="2204282680" sldId="272"/>
            <ac:spMk id="3" creationId="{AEF62D74-9578-E0EB-4049-A39145D3000F}"/>
          </ac:spMkLst>
        </pc:spChg>
        <pc:spChg chg="add del mod">
          <ac:chgData name="Dylan Ward" userId="7ffbe4d430dfd62a" providerId="LiveId" clId="{63190BDD-FA1D-45E8-A5E8-DD30AD80AFF5}" dt="2026-01-20T23:09:09.954" v="3623" actId="478"/>
          <ac:spMkLst>
            <pc:docMk/>
            <pc:sldMk cId="2204282680" sldId="272"/>
            <ac:spMk id="5" creationId="{430B2AC6-E052-FC25-D231-2D7CC27B5C1A}"/>
          </ac:spMkLst>
        </pc:spChg>
        <pc:spChg chg="del">
          <ac:chgData name="Dylan Ward" userId="7ffbe4d430dfd62a" providerId="LiveId" clId="{63190BDD-FA1D-45E8-A5E8-DD30AD80AFF5}" dt="2026-01-20T23:09:07.686" v="3622" actId="478"/>
          <ac:spMkLst>
            <pc:docMk/>
            <pc:sldMk cId="2204282680" sldId="272"/>
            <ac:spMk id="6" creationId="{D08BB2DF-6B94-1823-A6F6-32DBD1D5D9D9}"/>
          </ac:spMkLst>
        </pc:spChg>
        <pc:spChg chg="del">
          <ac:chgData name="Dylan Ward" userId="7ffbe4d430dfd62a" providerId="LiveId" clId="{63190BDD-FA1D-45E8-A5E8-DD30AD80AFF5}" dt="2026-01-20T23:09:07.686" v="3622" actId="478"/>
          <ac:spMkLst>
            <pc:docMk/>
            <pc:sldMk cId="2204282680" sldId="272"/>
            <ac:spMk id="7" creationId="{ACF100E4-1F0E-C515-C779-B1A3635A9B94}"/>
          </ac:spMkLst>
        </pc:spChg>
        <pc:spChg chg="add mod">
          <ac:chgData name="Dylan Ward" userId="7ffbe4d430dfd62a" providerId="LiveId" clId="{63190BDD-FA1D-45E8-A5E8-DD30AD80AFF5}" dt="2026-01-20T23:42:46.887" v="4440" actId="20577"/>
          <ac:spMkLst>
            <pc:docMk/>
            <pc:sldMk cId="2204282680" sldId="272"/>
            <ac:spMk id="9" creationId="{EED5AE66-FFB2-A8E3-6BB9-C51119BE9BF9}"/>
          </ac:spMkLst>
        </pc:spChg>
        <pc:spChg chg="add mod">
          <ac:chgData name="Dylan Ward" userId="7ffbe4d430dfd62a" providerId="LiveId" clId="{63190BDD-FA1D-45E8-A5E8-DD30AD80AFF5}" dt="2026-01-20T23:42:54.269" v="4449" actId="20577"/>
          <ac:spMkLst>
            <pc:docMk/>
            <pc:sldMk cId="2204282680" sldId="272"/>
            <ac:spMk id="10" creationId="{E77C61B3-4290-7262-7EE2-E6DBC03F052F}"/>
          </ac:spMkLst>
        </pc:spChg>
        <pc:spChg chg="add del mod">
          <ac:chgData name="Dylan Ward" userId="7ffbe4d430dfd62a" providerId="LiveId" clId="{63190BDD-FA1D-45E8-A5E8-DD30AD80AFF5}" dt="2026-01-20T23:31:20.837" v="4146"/>
          <ac:spMkLst>
            <pc:docMk/>
            <pc:sldMk cId="2204282680" sldId="272"/>
            <ac:spMk id="11" creationId="{1FBF2142-8ACA-066D-40A1-666D1928B07C}"/>
          </ac:spMkLst>
        </pc:spChg>
        <pc:spChg chg="add mod">
          <ac:chgData name="Dylan Ward" userId="7ffbe4d430dfd62a" providerId="LiveId" clId="{63190BDD-FA1D-45E8-A5E8-DD30AD80AFF5}" dt="2026-01-20T23:40:20.376" v="4385" actId="1037"/>
          <ac:spMkLst>
            <pc:docMk/>
            <pc:sldMk cId="2204282680" sldId="272"/>
            <ac:spMk id="12" creationId="{AB746032-03AF-6681-9ACD-629787F0FB17}"/>
          </ac:spMkLst>
        </pc:spChg>
        <pc:spChg chg="add mod">
          <ac:chgData name="Dylan Ward" userId="7ffbe4d430dfd62a" providerId="LiveId" clId="{63190BDD-FA1D-45E8-A5E8-DD30AD80AFF5}" dt="2026-01-20T23:33:08.257" v="4341" actId="20577"/>
          <ac:spMkLst>
            <pc:docMk/>
            <pc:sldMk cId="2204282680" sldId="272"/>
            <ac:spMk id="13" creationId="{D2CA42E7-7CAB-21D3-7358-41D945F4F64D}"/>
          </ac:spMkLst>
        </pc:spChg>
        <pc:spChg chg="del">
          <ac:chgData name="Dylan Ward" userId="7ffbe4d430dfd62a" providerId="LiveId" clId="{63190BDD-FA1D-45E8-A5E8-DD30AD80AFF5}" dt="2026-01-20T23:09:07.686" v="3622" actId="478"/>
          <ac:spMkLst>
            <pc:docMk/>
            <pc:sldMk cId="2204282680" sldId="272"/>
            <ac:spMk id="14" creationId="{4DDF7A27-804A-6124-AFA9-CA33AAC5DFC1}"/>
          </ac:spMkLst>
        </pc:spChg>
        <pc:spChg chg="del">
          <ac:chgData name="Dylan Ward" userId="7ffbe4d430dfd62a" providerId="LiveId" clId="{63190BDD-FA1D-45E8-A5E8-DD30AD80AFF5}" dt="2026-01-20T23:09:07.686" v="3622" actId="478"/>
          <ac:spMkLst>
            <pc:docMk/>
            <pc:sldMk cId="2204282680" sldId="272"/>
            <ac:spMk id="15" creationId="{A02E89B7-361E-D09D-AA4B-741D646109A4}"/>
          </ac:spMkLst>
        </pc:spChg>
      </pc:sldChg>
      <pc:sldChg chg="add del">
        <pc:chgData name="Dylan Ward" userId="7ffbe4d430dfd62a" providerId="LiveId" clId="{63190BDD-FA1D-45E8-A5E8-DD30AD80AFF5}" dt="2026-01-21T21:50:45.198" v="7939" actId="47"/>
        <pc:sldMkLst>
          <pc:docMk/>
          <pc:sldMk cId="1412723913" sldId="273"/>
        </pc:sldMkLst>
      </pc:sldChg>
      <pc:sldChg chg="addSp delSp modSp add mod">
        <pc:chgData name="Dylan Ward" userId="7ffbe4d430dfd62a" providerId="LiveId" clId="{63190BDD-FA1D-45E8-A5E8-DD30AD80AFF5}" dt="2026-01-21T21:58:31.968" v="8201" actId="20577"/>
        <pc:sldMkLst>
          <pc:docMk/>
          <pc:sldMk cId="294311950" sldId="274"/>
        </pc:sldMkLst>
        <pc:spChg chg="add mod">
          <ac:chgData name="Dylan Ward" userId="7ffbe4d430dfd62a" providerId="LiveId" clId="{63190BDD-FA1D-45E8-A5E8-DD30AD80AFF5}" dt="2026-01-21T21:56:54.522" v="8161" actId="1037"/>
          <ac:spMkLst>
            <pc:docMk/>
            <pc:sldMk cId="294311950" sldId="274"/>
            <ac:spMk id="2" creationId="{0409A4BA-4903-2E7A-23DB-2FA0AE153D66}"/>
          </ac:spMkLst>
        </pc:spChg>
        <pc:spChg chg="add mod">
          <ac:chgData name="Dylan Ward" userId="7ffbe4d430dfd62a" providerId="LiveId" clId="{63190BDD-FA1D-45E8-A5E8-DD30AD80AFF5}" dt="2026-01-21T21:58:31.968" v="8201" actId="20577"/>
          <ac:spMkLst>
            <pc:docMk/>
            <pc:sldMk cId="294311950" sldId="274"/>
            <ac:spMk id="3" creationId="{90F99083-243D-688E-7A8C-67E13A6B35D5}"/>
          </ac:spMkLst>
        </pc:spChg>
        <pc:spChg chg="add mod">
          <ac:chgData name="Dylan Ward" userId="7ffbe4d430dfd62a" providerId="LiveId" clId="{63190BDD-FA1D-45E8-A5E8-DD30AD80AFF5}" dt="2026-01-21T17:20:21.692" v="5801" actId="207"/>
          <ac:spMkLst>
            <pc:docMk/>
            <pc:sldMk cId="294311950" sldId="274"/>
            <ac:spMk id="4" creationId="{D5E5AB5A-96B0-3A6B-C5D2-B70D0E8E1E23}"/>
          </ac:spMkLst>
        </pc:spChg>
        <pc:spChg chg="del">
          <ac:chgData name="Dylan Ward" userId="7ffbe4d430dfd62a" providerId="LiveId" clId="{63190BDD-FA1D-45E8-A5E8-DD30AD80AFF5}" dt="2026-01-21T03:53:19.778" v="4476" actId="478"/>
          <ac:spMkLst>
            <pc:docMk/>
            <pc:sldMk cId="294311950" sldId="274"/>
            <ac:spMk id="9" creationId="{1F8D9679-9354-1D6C-AD7D-429C02DFD0C3}"/>
          </ac:spMkLst>
        </pc:spChg>
        <pc:spChg chg="del">
          <ac:chgData name="Dylan Ward" userId="7ffbe4d430dfd62a" providerId="LiveId" clId="{63190BDD-FA1D-45E8-A5E8-DD30AD80AFF5}" dt="2026-01-21T03:53:19.778" v="4476" actId="478"/>
          <ac:spMkLst>
            <pc:docMk/>
            <pc:sldMk cId="294311950" sldId="274"/>
            <ac:spMk id="10" creationId="{A52AB830-EB91-2CAF-1FCF-32213EFEE18B}"/>
          </ac:spMkLst>
        </pc:spChg>
        <pc:spChg chg="mod">
          <ac:chgData name="Dylan Ward" userId="7ffbe4d430dfd62a" providerId="LiveId" clId="{63190BDD-FA1D-45E8-A5E8-DD30AD80AFF5}" dt="2026-01-21T03:53:53.836" v="4592" actId="20577"/>
          <ac:spMkLst>
            <pc:docMk/>
            <pc:sldMk cId="294311950" sldId="274"/>
            <ac:spMk id="12" creationId="{CD04B81D-271D-9767-2BCC-1BB014456EE8}"/>
          </ac:spMkLst>
        </pc:spChg>
        <pc:spChg chg="mod">
          <ac:chgData name="Dylan Ward" userId="7ffbe4d430dfd62a" providerId="LiveId" clId="{63190BDD-FA1D-45E8-A5E8-DD30AD80AFF5}" dt="2026-01-21T03:53:14.070" v="4475" actId="20577"/>
          <ac:spMkLst>
            <pc:docMk/>
            <pc:sldMk cId="294311950" sldId="274"/>
            <ac:spMk id="13" creationId="{3729A92F-1937-84AD-A6D4-515FD09E477D}"/>
          </ac:spMkLst>
        </pc:spChg>
        <pc:graphicFrameChg chg="add del mod">
          <ac:chgData name="Dylan Ward" userId="7ffbe4d430dfd62a" providerId="LiveId" clId="{63190BDD-FA1D-45E8-A5E8-DD30AD80AFF5}" dt="2026-01-21T17:09:01.218" v="5457" actId="478"/>
          <ac:graphicFrameMkLst>
            <pc:docMk/>
            <pc:sldMk cId="294311950" sldId="274"/>
            <ac:graphicFrameMk id="5" creationId="{34C98E03-C367-7C0E-0E1D-F5EA3BAD8794}"/>
          </ac:graphicFrameMkLst>
        </pc:graphicFrameChg>
        <pc:graphicFrameChg chg="add del mod modGraphic">
          <ac:chgData name="Dylan Ward" userId="7ffbe4d430dfd62a" providerId="LiveId" clId="{63190BDD-FA1D-45E8-A5E8-DD30AD80AFF5}" dt="2026-01-21T17:09:51.210" v="5462" actId="478"/>
          <ac:graphicFrameMkLst>
            <pc:docMk/>
            <pc:sldMk cId="294311950" sldId="274"/>
            <ac:graphicFrameMk id="6" creationId="{55F3A4AA-20DB-6B46-0574-3F525104AEDA}"/>
          </ac:graphicFrameMkLst>
        </pc:graphicFrameChg>
        <pc:graphicFrameChg chg="add mod modGraphic">
          <ac:chgData name="Dylan Ward" userId="7ffbe4d430dfd62a" providerId="LiveId" clId="{63190BDD-FA1D-45E8-A5E8-DD30AD80AFF5}" dt="2026-01-21T17:18:11.332" v="5794" actId="20577"/>
          <ac:graphicFrameMkLst>
            <pc:docMk/>
            <pc:sldMk cId="294311950" sldId="274"/>
            <ac:graphicFrameMk id="7" creationId="{1581F323-FFD8-E3C5-1F6C-FE0D7EEC815C}"/>
          </ac:graphicFrameMkLst>
        </pc:graphicFrameChg>
      </pc:sldChg>
      <pc:sldChg chg="addSp delSp modSp add mod">
        <pc:chgData name="Dylan Ward" userId="7ffbe4d430dfd62a" providerId="LiveId" clId="{63190BDD-FA1D-45E8-A5E8-DD30AD80AFF5}" dt="2026-01-21T21:53:22.167" v="7992" actId="14100"/>
        <pc:sldMkLst>
          <pc:docMk/>
          <pc:sldMk cId="3654624327" sldId="275"/>
        </pc:sldMkLst>
        <pc:spChg chg="mod">
          <ac:chgData name="Dylan Ward" userId="7ffbe4d430dfd62a" providerId="LiveId" clId="{63190BDD-FA1D-45E8-A5E8-DD30AD80AFF5}" dt="2026-01-21T21:53:22.167" v="7992" actId="14100"/>
          <ac:spMkLst>
            <pc:docMk/>
            <pc:sldMk cId="3654624327" sldId="275"/>
            <ac:spMk id="2" creationId="{F84C6C00-3A4E-20A6-6DC3-AAD439460D34}"/>
          </ac:spMkLst>
        </pc:spChg>
        <pc:graphicFrameChg chg="del">
          <ac:chgData name="Dylan Ward" userId="7ffbe4d430dfd62a" providerId="LiveId" clId="{63190BDD-FA1D-45E8-A5E8-DD30AD80AFF5}" dt="2026-01-21T21:51:30.916" v="7942" actId="478"/>
          <ac:graphicFrameMkLst>
            <pc:docMk/>
            <pc:sldMk cId="3654624327" sldId="275"/>
            <ac:graphicFrameMk id="3" creationId="{26E61596-DA2D-4E15-4E8D-4D9AEBFBE6BD}"/>
          </ac:graphicFrameMkLst>
        </pc:graphicFrameChg>
        <pc:picChg chg="add mod">
          <ac:chgData name="Dylan Ward" userId="7ffbe4d430dfd62a" providerId="LiveId" clId="{63190BDD-FA1D-45E8-A5E8-DD30AD80AFF5}" dt="2026-01-21T21:52:40.119" v="7958" actId="14100"/>
          <ac:picMkLst>
            <pc:docMk/>
            <pc:sldMk cId="3654624327" sldId="275"/>
            <ac:picMk id="4" creationId="{999447A5-A90C-9E1E-8A04-C713B9B1C73F}"/>
          </ac:picMkLst>
        </pc:picChg>
        <pc:picChg chg="add del mod">
          <ac:chgData name="Dylan Ward" userId="7ffbe4d430dfd62a" providerId="LiveId" clId="{63190BDD-FA1D-45E8-A5E8-DD30AD80AFF5}" dt="2026-01-21T21:52:33.027" v="7956" actId="478"/>
          <ac:picMkLst>
            <pc:docMk/>
            <pc:sldMk cId="3654624327" sldId="275"/>
            <ac:picMk id="1026" creationId="{65C79020-17F1-920A-6CFD-E6322DE204DD}"/>
          </ac:picMkLst>
        </pc:picChg>
        <pc:picChg chg="add mod">
          <ac:chgData name="Dylan Ward" userId="7ffbe4d430dfd62a" providerId="LiveId" clId="{63190BDD-FA1D-45E8-A5E8-DD30AD80AFF5}" dt="2026-01-21T21:52:25.913" v="7954" actId="14100"/>
          <ac:picMkLst>
            <pc:docMk/>
            <pc:sldMk cId="3654624327" sldId="275"/>
            <ac:picMk id="1028" creationId="{7AB634CD-67AD-7B42-2B5E-5D7B54830F79}"/>
          </ac:picMkLst>
        </pc:picChg>
        <pc:picChg chg="add mod">
          <ac:chgData name="Dylan Ward" userId="7ffbe4d430dfd62a" providerId="LiveId" clId="{63190BDD-FA1D-45E8-A5E8-DD30AD80AFF5}" dt="2026-01-21T21:52:23.596" v="7953" actId="1076"/>
          <ac:picMkLst>
            <pc:docMk/>
            <pc:sldMk cId="3654624327" sldId="275"/>
            <ac:picMk id="1030" creationId="{3F5FE6DE-C95C-B19A-18E8-9D4529781357}"/>
          </ac:picMkLst>
        </pc:picChg>
      </pc:sldChg>
      <pc:sldChg chg="add del">
        <pc:chgData name="Dylan Ward" userId="7ffbe4d430dfd62a" providerId="LiveId" clId="{63190BDD-FA1D-45E8-A5E8-DD30AD80AFF5}" dt="2026-01-21T22:21:13.662" v="8203" actId="2696"/>
        <pc:sldMkLst>
          <pc:docMk/>
          <pc:sldMk cId="726954097" sldId="276"/>
        </pc:sldMkLst>
      </pc:sldChg>
      <pc:sldChg chg="addSp delSp modSp add mod">
        <pc:chgData name="Dylan Ward" userId="7ffbe4d430dfd62a" providerId="LiveId" clId="{63190BDD-FA1D-45E8-A5E8-DD30AD80AFF5}" dt="2026-01-21T22:34:30.235" v="8695" actId="6549"/>
        <pc:sldMkLst>
          <pc:docMk/>
          <pc:sldMk cId="3368011013" sldId="276"/>
        </pc:sldMkLst>
        <pc:spChg chg="mod">
          <ac:chgData name="Dylan Ward" userId="7ffbe4d430dfd62a" providerId="LiveId" clId="{63190BDD-FA1D-45E8-A5E8-DD30AD80AFF5}" dt="2026-01-21T22:31:37.137" v="8340" actId="1076"/>
          <ac:spMkLst>
            <pc:docMk/>
            <pc:sldMk cId="3368011013" sldId="276"/>
            <ac:spMk id="2" creationId="{87E7560C-C366-9595-9593-E93E2AA43AC7}"/>
          </ac:spMkLst>
        </pc:spChg>
        <pc:spChg chg="add mod">
          <ac:chgData name="Dylan Ward" userId="7ffbe4d430dfd62a" providerId="LiveId" clId="{63190BDD-FA1D-45E8-A5E8-DD30AD80AFF5}" dt="2026-01-21T22:34:30.235" v="8695" actId="6549"/>
          <ac:spMkLst>
            <pc:docMk/>
            <pc:sldMk cId="3368011013" sldId="276"/>
            <ac:spMk id="3" creationId="{750A5B67-AF39-2103-DA6B-A5F87778FA35}"/>
          </ac:spMkLst>
        </pc:spChg>
        <pc:spChg chg="add mod">
          <ac:chgData name="Dylan Ward" userId="7ffbe4d430dfd62a" providerId="LiveId" clId="{63190BDD-FA1D-45E8-A5E8-DD30AD80AFF5}" dt="2026-01-21T22:32:39.495" v="8454" actId="14100"/>
          <ac:spMkLst>
            <pc:docMk/>
            <pc:sldMk cId="3368011013" sldId="276"/>
            <ac:spMk id="4" creationId="{74FB9C8F-5FF7-FA6F-773C-165C67B92844}"/>
          </ac:spMkLst>
        </pc:spChg>
        <pc:spChg chg="add del">
          <ac:chgData name="Dylan Ward" userId="7ffbe4d430dfd62a" providerId="LiveId" clId="{63190BDD-FA1D-45E8-A5E8-DD30AD80AFF5}" dt="2026-01-21T22:32:33.418" v="8452" actId="478"/>
          <ac:spMkLst>
            <pc:docMk/>
            <pc:sldMk cId="3368011013" sldId="276"/>
            <ac:spMk id="5" creationId="{911BAA49-74C2-DACE-123E-1D7A0A390369}"/>
          </ac:spMkLst>
        </pc:spChg>
        <pc:spChg chg="add mod">
          <ac:chgData name="Dylan Ward" userId="7ffbe4d430dfd62a" providerId="LiveId" clId="{63190BDD-FA1D-45E8-A5E8-DD30AD80AFF5}" dt="2026-01-21T22:33:41.186" v="8694" actId="20577"/>
          <ac:spMkLst>
            <pc:docMk/>
            <pc:sldMk cId="3368011013" sldId="276"/>
            <ac:spMk id="6" creationId="{C37755CE-7B78-5A87-1178-20B24673FE45}"/>
          </ac:spMkLst>
        </pc:spChg>
        <pc:spChg chg="del">
          <ac:chgData name="Dylan Ward" userId="7ffbe4d430dfd62a" providerId="LiveId" clId="{63190BDD-FA1D-45E8-A5E8-DD30AD80AFF5}" dt="2026-01-21T22:30:26.763" v="8207" actId="478"/>
          <ac:spMkLst>
            <pc:docMk/>
            <pc:sldMk cId="3368011013" sldId="276"/>
            <ac:spMk id="9" creationId="{2FEE6185-C7DD-42F7-A403-EF4072AB728D}"/>
          </ac:spMkLst>
        </pc:spChg>
        <pc:spChg chg="del">
          <ac:chgData name="Dylan Ward" userId="7ffbe4d430dfd62a" providerId="LiveId" clId="{63190BDD-FA1D-45E8-A5E8-DD30AD80AFF5}" dt="2026-01-21T22:30:26.763" v="8207" actId="478"/>
          <ac:spMkLst>
            <pc:docMk/>
            <pc:sldMk cId="3368011013" sldId="276"/>
            <ac:spMk id="10" creationId="{39E7D8D7-E72A-8F62-2BB3-9137691DE88D}"/>
          </ac:spMkLst>
        </pc:spChg>
        <pc:spChg chg="del">
          <ac:chgData name="Dylan Ward" userId="7ffbe4d430dfd62a" providerId="LiveId" clId="{63190BDD-FA1D-45E8-A5E8-DD30AD80AFF5}" dt="2026-01-21T22:30:34.157" v="8208" actId="478"/>
          <ac:spMkLst>
            <pc:docMk/>
            <pc:sldMk cId="3368011013" sldId="276"/>
            <ac:spMk id="12" creationId="{C6B2E847-D647-29BA-44AB-4284A7142E87}"/>
          </ac:spMkLst>
        </pc:spChg>
        <pc:spChg chg="del">
          <ac:chgData name="Dylan Ward" userId="7ffbe4d430dfd62a" providerId="LiveId" clId="{63190BDD-FA1D-45E8-A5E8-DD30AD80AFF5}" dt="2026-01-21T22:30:26.763" v="8207" actId="478"/>
          <ac:spMkLst>
            <pc:docMk/>
            <pc:sldMk cId="3368011013" sldId="276"/>
            <ac:spMk id="13" creationId="{743CC035-6FA3-983F-FEE0-186B86223124}"/>
          </ac:spMkLst>
        </pc:spChg>
        <pc:spChg chg="del">
          <ac:chgData name="Dylan Ward" userId="7ffbe4d430dfd62a" providerId="LiveId" clId="{63190BDD-FA1D-45E8-A5E8-DD30AD80AFF5}" dt="2026-01-21T22:30:34.157" v="8208" actId="478"/>
          <ac:spMkLst>
            <pc:docMk/>
            <pc:sldMk cId="3368011013" sldId="276"/>
            <ac:spMk id="15" creationId="{8DB9F976-D0EB-6A53-D238-590BE0DE4349}"/>
          </ac:spMkLst>
        </pc:spChg>
        <pc:spChg chg="del">
          <ac:chgData name="Dylan Ward" userId="7ffbe4d430dfd62a" providerId="LiveId" clId="{63190BDD-FA1D-45E8-A5E8-DD30AD80AFF5}" dt="2026-01-21T22:30:26.763" v="8207" actId="478"/>
          <ac:spMkLst>
            <pc:docMk/>
            <pc:sldMk cId="3368011013" sldId="276"/>
            <ac:spMk id="16" creationId="{4CBD978A-70CF-A056-7026-472324549FFA}"/>
          </ac:spMkLst>
        </pc:spChg>
        <pc:spChg chg="del">
          <ac:chgData name="Dylan Ward" userId="7ffbe4d430dfd62a" providerId="LiveId" clId="{63190BDD-FA1D-45E8-A5E8-DD30AD80AFF5}" dt="2026-01-21T22:30:34.157" v="8208" actId="478"/>
          <ac:spMkLst>
            <pc:docMk/>
            <pc:sldMk cId="3368011013" sldId="276"/>
            <ac:spMk id="17" creationId="{F653A10A-094A-4568-D0C3-B75040E5B8DE}"/>
          </ac:spMkLst>
        </pc:spChg>
        <pc:spChg chg="del">
          <ac:chgData name="Dylan Ward" userId="7ffbe4d430dfd62a" providerId="LiveId" clId="{63190BDD-FA1D-45E8-A5E8-DD30AD80AFF5}" dt="2026-01-21T22:30:26.763" v="8207" actId="478"/>
          <ac:spMkLst>
            <pc:docMk/>
            <pc:sldMk cId="3368011013" sldId="276"/>
            <ac:spMk id="18" creationId="{1E85DEBF-2353-B098-9B0D-D02CCCB62B93}"/>
          </ac:spMkLst>
        </pc:spChg>
        <pc:spChg chg="del">
          <ac:chgData name="Dylan Ward" userId="7ffbe4d430dfd62a" providerId="LiveId" clId="{63190BDD-FA1D-45E8-A5E8-DD30AD80AFF5}" dt="2026-01-21T22:30:34.157" v="8208" actId="478"/>
          <ac:spMkLst>
            <pc:docMk/>
            <pc:sldMk cId="3368011013" sldId="276"/>
            <ac:spMk id="20" creationId="{34D21204-4886-7541-8BEC-CAB719430B5B}"/>
          </ac:spMkLst>
        </pc:spChg>
        <pc:spChg chg="del">
          <ac:chgData name="Dylan Ward" userId="7ffbe4d430dfd62a" providerId="LiveId" clId="{63190BDD-FA1D-45E8-A5E8-DD30AD80AFF5}" dt="2026-01-21T22:30:26.763" v="8207" actId="478"/>
          <ac:spMkLst>
            <pc:docMk/>
            <pc:sldMk cId="3368011013" sldId="276"/>
            <ac:spMk id="21" creationId="{486E856B-34A1-998A-2159-FF05D33FA60C}"/>
          </ac:spMkLst>
        </pc:spChg>
        <pc:spChg chg="del mod">
          <ac:chgData name="Dylan Ward" userId="7ffbe4d430dfd62a" providerId="LiveId" clId="{63190BDD-FA1D-45E8-A5E8-DD30AD80AFF5}" dt="2026-01-21T22:30:20.548" v="8206" actId="478"/>
          <ac:spMkLst>
            <pc:docMk/>
            <pc:sldMk cId="3368011013" sldId="276"/>
            <ac:spMk id="22" creationId="{35CD20CC-7868-CADA-A977-CF24D9CAC7A8}"/>
          </ac:spMkLst>
        </pc:spChg>
        <pc:spChg chg="del">
          <ac:chgData name="Dylan Ward" userId="7ffbe4d430dfd62a" providerId="LiveId" clId="{63190BDD-FA1D-45E8-A5E8-DD30AD80AFF5}" dt="2026-01-21T22:30:26.763" v="8207" actId="478"/>
          <ac:spMkLst>
            <pc:docMk/>
            <pc:sldMk cId="3368011013" sldId="276"/>
            <ac:spMk id="25" creationId="{B114130A-62A7-DD13-9143-F8FE761976C4}"/>
          </ac:spMkLst>
        </pc:spChg>
        <pc:spChg chg="del">
          <ac:chgData name="Dylan Ward" userId="7ffbe4d430dfd62a" providerId="LiveId" clId="{63190BDD-FA1D-45E8-A5E8-DD30AD80AFF5}" dt="2026-01-21T22:30:26.763" v="8207" actId="478"/>
          <ac:spMkLst>
            <pc:docMk/>
            <pc:sldMk cId="3368011013" sldId="276"/>
            <ac:spMk id="26" creationId="{9E2143DE-4371-7501-C093-40BADF1F93F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AB0074-DD8E-4389-BAA1-E698AE9B1D9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EC3B92-4BAB-4CE4-B4CF-AE0836445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769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C3B92-4BAB-4CE4-B4CF-AE0836445C0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4976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F38F4-0260-E6E6-08BB-94CD97D9B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A913ED-3E9B-F4C0-3EAA-A78DC7F24E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7E8A93-ED2E-42C1-2D22-FE4EFDF5B3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0E5735-032F-89E5-5D2B-06655FF81F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C3B92-4BAB-4CE4-B4CF-AE0836445C0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4741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5FA54-F82D-002C-8E84-EBAB974E5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31FDAB-F5DC-3B57-F3AF-84FAEB5CF5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33385A-02B8-8B17-77EB-329199F387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4D4D7D-2C97-7DF4-9B11-B96D8B35B7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C3B92-4BAB-4CE4-B4CF-AE0836445C0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4117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Smarter, Flexible Way to Stay Fit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</a:rPr>
              <a:t>Tag line: If you move today, you are better than the other half of America that didn’t move! TO BE CHANGED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717E7-DBEB-5989-959A-D72C9EEF9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C7F65341-7E13-EC01-CEBC-8E98525F8C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6841060"/>
              </p:ext>
            </p:extLst>
          </p:nvPr>
        </p:nvGraphicFramePr>
        <p:xfrm>
          <a:off x="530492" y="3163752"/>
          <a:ext cx="8156308" cy="281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0893">
                  <a:extLst>
                    <a:ext uri="{9D8B030D-6E8A-4147-A177-3AD203B41FA5}">
                      <a16:colId xmlns:a16="http://schemas.microsoft.com/office/drawing/2014/main" val="2747076472"/>
                    </a:ext>
                  </a:extLst>
                </a:gridCol>
                <a:gridCol w="3251454">
                  <a:extLst>
                    <a:ext uri="{9D8B030D-6E8A-4147-A177-3AD203B41FA5}">
                      <a16:colId xmlns:a16="http://schemas.microsoft.com/office/drawing/2014/main" val="924570229"/>
                    </a:ext>
                  </a:extLst>
                </a:gridCol>
                <a:gridCol w="3503961">
                  <a:extLst>
                    <a:ext uri="{9D8B030D-6E8A-4147-A177-3AD203B41FA5}">
                      <a16:colId xmlns:a16="http://schemas.microsoft.com/office/drawing/2014/main" val="40266864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Meet John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Meet Nick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68936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Who they 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Father of two toddlers, holds a full-time job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Associate at BCG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56774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Goals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Set a good example, play sports with his kids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Stay healthy, reduce stress, look a little better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6216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Challenge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Unpredictable schedule, variable sleep &amp; stress, varied equipment access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0260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Current Solution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Finds workouts online, runs, has used apps in the past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Had a trainer, follows programs off and on, makes up his own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22563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Gaps in Current  Solutions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Workouts do not adjust to match sleep and stress, lack time and equipment flexibility, do not adapt to preferences, get stale and become a chore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6478269"/>
                  </a:ext>
                </a:extLst>
              </a:tr>
            </a:tbl>
          </a:graphicData>
        </a:graphic>
      </p:graphicFrame>
      <p:sp>
        <p:nvSpPr>
          <p:cNvPr id="9" name="Title 8">
            <a:extLst>
              <a:ext uri="{FF2B5EF4-FFF2-40B4-BE49-F238E27FC236}">
                <a16:creationId xmlns:a16="http://schemas.microsoft.com/office/drawing/2014/main" id="{2648E0D9-5040-9914-54F7-524890070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u="sng" dirty="0"/>
              <a:t>The Problem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EBE491-252F-F1F4-72E2-4F19DFBFB09B}"/>
              </a:ext>
            </a:extLst>
          </p:cNvPr>
          <p:cNvSpPr txBox="1"/>
          <p:nvPr/>
        </p:nvSpPr>
        <p:spPr>
          <a:xfrm>
            <a:off x="457200" y="1228503"/>
            <a:ext cx="8229600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Time:</a:t>
            </a:r>
            <a:r>
              <a:rPr lang="en-US" sz="1600" dirty="0"/>
              <a:t> Most fitness programs assume 45–60 minutes and rigid schedules, causing busy people to miss workouts, lose progress, and eventually give up.</a:t>
            </a:r>
          </a:p>
          <a:p>
            <a:pPr marL="285750" lvl="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Motivation:</a:t>
            </a:r>
            <a:r>
              <a:rPr lang="en-US" sz="1600" dirty="0"/>
              <a:t> Exercise isn’t sustainable if it isn’t enjoyable—workouts must be intrinsically rewarding to become a lasting habit.</a:t>
            </a:r>
          </a:p>
          <a:p>
            <a:pPr marL="285750" lvl="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Resources:</a:t>
            </a:r>
            <a:r>
              <a:rPr lang="en-US" sz="1600" dirty="0"/>
              <a:t> Personal training and gyms are costly and confusing, leaving most people without affordable, personalized guidance that actually fits their needs.</a:t>
            </a:r>
          </a:p>
        </p:txBody>
      </p:sp>
    </p:spTree>
    <p:extLst>
      <p:ext uri="{BB962C8B-B14F-4D97-AF65-F5344CB8AC3E}">
        <p14:creationId xmlns:p14="http://schemas.microsoft.com/office/powerpoint/2010/main" val="3097817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54062"/>
          </a:xfrm>
        </p:spPr>
        <p:txBody>
          <a:bodyPr>
            <a:normAutofit/>
          </a:bodyPr>
          <a:lstStyle/>
          <a:p>
            <a:r>
              <a:rPr lang="en-US" sz="2000" b="1" u="sng" dirty="0"/>
              <a:t>Meet our App</a:t>
            </a:r>
            <a:endParaRPr sz="2000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1" y="1089125"/>
            <a:ext cx="2718768" cy="1723878"/>
          </a:xfrm>
          <a:ln w="28575"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latin typeface="+mj-lt"/>
              </a:rPr>
              <a:t>Our Insight: 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sz="1400" dirty="0">
                <a:latin typeface="+mj-lt"/>
              </a:rPr>
              <a:t>Consistency beats intensity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sz="1400" dirty="0">
                <a:latin typeface="+mj-lt"/>
              </a:rPr>
              <a:t>Enjoyment drives adherence</a:t>
            </a:r>
            <a:endParaRPr lang="en-US" sz="1400" dirty="0">
              <a:latin typeface="+mj-lt"/>
            </a:endParaRP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1400" dirty="0">
                <a:latin typeface="+mj-lt"/>
              </a:rPr>
              <a:t>Flexibility is key! </a:t>
            </a:r>
            <a:endParaRPr sz="1400" dirty="0">
              <a:latin typeface="+mj-lt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F3D0905-F41E-545A-6831-0CA5F7B8E834}"/>
              </a:ext>
            </a:extLst>
          </p:cNvPr>
          <p:cNvSpPr txBox="1">
            <a:spLocks/>
          </p:cNvSpPr>
          <p:nvPr/>
        </p:nvSpPr>
        <p:spPr>
          <a:xfrm>
            <a:off x="3858863" y="1089125"/>
            <a:ext cx="4957070" cy="1723879"/>
          </a:xfrm>
          <a:prstGeom prst="rect">
            <a:avLst/>
          </a:prstGeom>
          <a:ln w="28575"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600"/>
              </a:spcAft>
              <a:buFont typeface="Arial"/>
              <a:buNone/>
            </a:pPr>
            <a:r>
              <a:rPr lang="en-US" sz="1600" b="1" dirty="0">
                <a:latin typeface="+mj-lt"/>
              </a:rPr>
              <a:t>The Solution: </a:t>
            </a:r>
            <a:r>
              <a:rPr lang="en-US" sz="1600" dirty="0">
                <a:latin typeface="+mj-lt"/>
              </a:rPr>
              <a:t>A workout app that… 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400" dirty="0">
                <a:latin typeface="+mj-lt"/>
              </a:rPr>
              <a:t>Personalizes workouts based on your history and preferences 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400" dirty="0">
                <a:latin typeface="+mj-lt"/>
              </a:rPr>
              <a:t>Provides immediate time and equipment flexibility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400" dirty="0">
                <a:latin typeface="+mj-lt"/>
              </a:rPr>
              <a:t>Moderates' intensity based on sleep and energy levels 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400" dirty="0">
                <a:latin typeface="+mj-lt"/>
              </a:rPr>
              <a:t>Adjusts for aches/pains and injuries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CCF35289-7A65-F740-BFAD-0D563CC1F75C}"/>
              </a:ext>
            </a:extLst>
          </p:cNvPr>
          <p:cNvSpPr/>
          <p:nvPr/>
        </p:nvSpPr>
        <p:spPr>
          <a:xfrm>
            <a:off x="3224830" y="1609037"/>
            <a:ext cx="579354" cy="684054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4A7627-9AA2-1A94-84AE-A7636888D372}"/>
              </a:ext>
            </a:extLst>
          </p:cNvPr>
          <p:cNvSpPr txBox="1"/>
          <p:nvPr/>
        </p:nvSpPr>
        <p:spPr>
          <a:xfrm>
            <a:off x="457201" y="2971003"/>
            <a:ext cx="3061959" cy="36576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Free Version</a:t>
            </a:r>
          </a:p>
          <a:p>
            <a:pPr>
              <a:spcAft>
                <a:spcPts val="600"/>
              </a:spcAft>
            </a:pPr>
            <a:r>
              <a:rPr lang="en-US" sz="1400" dirty="0"/>
              <a:t>Unlimited workouts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Warm-ups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Personalized workout based on preferences, equipment, time, etc.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Post-Workout stretching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Scaling options and intra-workout movement substitutes  </a:t>
            </a:r>
          </a:p>
          <a:p>
            <a:pPr>
              <a:spcAft>
                <a:spcPts val="600"/>
              </a:spcAft>
            </a:pPr>
            <a:r>
              <a:rPr lang="en-US" sz="1400" dirty="0"/>
              <a:t>History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Saves all workouts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6A9C67-BDDC-58F7-C27A-819AA4AEF99E}"/>
              </a:ext>
            </a:extLst>
          </p:cNvPr>
          <p:cNvSpPr txBox="1"/>
          <p:nvPr/>
        </p:nvSpPr>
        <p:spPr>
          <a:xfrm>
            <a:off x="3729729" y="2971002"/>
            <a:ext cx="5086204" cy="36576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Paid Version ($15 per Month) adds on…</a:t>
            </a:r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chemeClr val="bg1"/>
                </a:solidFill>
              </a:rPr>
              <a:t>Long-term plan &amp; periodization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Ingests broad goals and builds long-term plan based on lifestyle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Adjusts daily workouts based on your schedule &amp; available equipment</a:t>
            </a:r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chemeClr val="bg1"/>
                </a:solidFill>
              </a:rPr>
              <a:t>Integrations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Heart-rate monitors, Whoops, Apple Watches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Other programs (</a:t>
            </a:r>
            <a:r>
              <a:rPr lang="en-US" sz="1400" dirty="0" err="1">
                <a:solidFill>
                  <a:schemeClr val="bg1"/>
                </a:solidFill>
              </a:rPr>
              <a:t>Crossfit</a:t>
            </a:r>
            <a:r>
              <a:rPr lang="en-US" sz="1400" dirty="0">
                <a:solidFill>
                  <a:schemeClr val="bg1"/>
                </a:solidFill>
              </a:rPr>
              <a:t>, Powerlifting, etc.) </a:t>
            </a:r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chemeClr val="bg1"/>
                </a:solidFill>
              </a:rPr>
              <a:t>Education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Rehab for minor aches and pains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In-depth explanations into the why behind the programing</a:t>
            </a:r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chemeClr val="bg1"/>
                </a:solidFill>
              </a:rPr>
              <a:t>Social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Option to connect with other users and find gym buddies based on your workout preferences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24CEC-5B07-657E-ECFF-60700226C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ED5AE66-FFB2-A8E3-6BB9-C51119BE9BF9}"/>
              </a:ext>
            </a:extLst>
          </p:cNvPr>
          <p:cNvSpPr txBox="1"/>
          <p:nvPr/>
        </p:nvSpPr>
        <p:spPr>
          <a:xfrm>
            <a:off x="324577" y="1422495"/>
            <a:ext cx="5092021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/>
              <a:t>High-Intensity Working Professionals  </a:t>
            </a:r>
          </a:p>
          <a:p>
            <a:pPr>
              <a:spcAft>
                <a:spcPts val="600"/>
              </a:spcAft>
              <a:buNone/>
            </a:pPr>
            <a:r>
              <a:rPr lang="en-US" sz="1600" i="1" dirty="0"/>
              <a:t>470k estimated potential customers </a:t>
            </a:r>
          </a:p>
          <a:p>
            <a:pPr>
              <a:spcAft>
                <a:spcPts val="600"/>
              </a:spcAft>
              <a:buNone/>
            </a:pPr>
            <a:r>
              <a:rPr lang="en-US" sz="1400" b="1" dirty="0"/>
              <a:t>Who they are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Age 22–40, early-career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High amounts of travel</a:t>
            </a:r>
            <a:endParaRPr lang="en-US" sz="14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Highly educated, high or rising income</a:t>
            </a:r>
          </a:p>
          <a:p>
            <a:pPr>
              <a:spcAft>
                <a:spcPts val="600"/>
              </a:spcAft>
              <a:buNone/>
            </a:pPr>
            <a:r>
              <a:rPr lang="en-US" sz="1400" b="1" dirty="0"/>
              <a:t>Reality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Extremely unpredictable schedules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High cognitive load and pressure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Time-poor, but highly disciplined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Willing to pay to save time and reduce decision-making</a:t>
            </a:r>
          </a:p>
          <a:p>
            <a:pPr>
              <a:spcAft>
                <a:spcPts val="600"/>
              </a:spcAft>
              <a:buNone/>
            </a:pPr>
            <a:r>
              <a:rPr lang="en-US" sz="1400" b="1" dirty="0"/>
              <a:t>Core pain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No consistent time to work out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Don’t want to plan or program their own workouts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Missed workouts feel like failure / loss of control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Rigid programs that assume predictability</a:t>
            </a:r>
          </a:p>
          <a:p>
            <a:pPr>
              <a:spcAft>
                <a:spcPts val="600"/>
              </a:spcAft>
              <a:buNone/>
            </a:pPr>
            <a:r>
              <a:rPr lang="en-US" sz="1400" b="1" dirty="0"/>
              <a:t>What resonates</a:t>
            </a:r>
            <a:endParaRPr lang="en-US" sz="1400" dirty="0"/>
          </a:p>
          <a:p>
            <a:r>
              <a:rPr lang="en-US" sz="1400" i="1" dirty="0"/>
              <a:t>•	Control without planning</a:t>
            </a:r>
          </a:p>
          <a:p>
            <a:r>
              <a:rPr lang="en-US" sz="1400" i="1" dirty="0"/>
              <a:t>•	Discipline without rigidity</a:t>
            </a:r>
          </a:p>
          <a:p>
            <a:r>
              <a:rPr lang="en-US" sz="1400" i="1" dirty="0"/>
              <a:t>•	Consistency without guilt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B746032-03AF-6681-9ACD-629787F0F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427" y="788756"/>
            <a:ext cx="8777542" cy="649155"/>
          </a:xfrm>
        </p:spPr>
        <p:txBody>
          <a:bodyPr>
            <a:normAutofit/>
          </a:bodyPr>
          <a:lstStyle/>
          <a:p>
            <a:r>
              <a:rPr lang="en-US" sz="1800" dirty="0"/>
              <a:t>Our App is built for two distinct customer segments with very similar pain points and needs </a:t>
            </a:r>
            <a:endParaRPr sz="1800" dirty="0"/>
          </a:p>
        </p:txBody>
      </p:sp>
      <p:sp>
        <p:nvSpPr>
          <p:cNvPr id="13" name="Title 8">
            <a:extLst>
              <a:ext uri="{FF2B5EF4-FFF2-40B4-BE49-F238E27FC236}">
                <a16:creationId xmlns:a16="http://schemas.microsoft.com/office/drawing/2014/main" id="{D2CA42E7-7CAB-21D3-7358-41D945F4F64D}"/>
              </a:ext>
            </a:extLst>
          </p:cNvPr>
          <p:cNvSpPr txBox="1">
            <a:spLocks/>
          </p:cNvSpPr>
          <p:nvPr/>
        </p:nvSpPr>
        <p:spPr>
          <a:xfrm>
            <a:off x="457200" y="72217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u="sng" dirty="0"/>
              <a:t>Our Customers</a:t>
            </a:r>
          </a:p>
        </p:txBody>
      </p:sp>
    </p:spTree>
    <p:extLst>
      <p:ext uri="{BB962C8B-B14F-4D97-AF65-F5344CB8AC3E}">
        <p14:creationId xmlns:p14="http://schemas.microsoft.com/office/powerpoint/2010/main" val="22042826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0D2F3-872D-118F-71B3-79928097B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CD04B81D-271D-9767-2BCC-1BB014456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427" y="788756"/>
            <a:ext cx="8777542" cy="649155"/>
          </a:xfrm>
        </p:spPr>
        <p:txBody>
          <a:bodyPr>
            <a:normAutofit/>
          </a:bodyPr>
          <a:lstStyle/>
          <a:p>
            <a:r>
              <a:rPr lang="en-US" sz="1800" dirty="0"/>
              <a:t>Our marketing plan will focus on three main channels to access our target audience</a:t>
            </a:r>
            <a:endParaRPr sz="1800" dirty="0"/>
          </a:p>
        </p:txBody>
      </p:sp>
      <p:sp>
        <p:nvSpPr>
          <p:cNvPr id="13" name="Title 8">
            <a:extLst>
              <a:ext uri="{FF2B5EF4-FFF2-40B4-BE49-F238E27FC236}">
                <a16:creationId xmlns:a16="http://schemas.microsoft.com/office/drawing/2014/main" id="{3729A92F-1937-84AD-A6D4-515FD09E477D}"/>
              </a:ext>
            </a:extLst>
          </p:cNvPr>
          <p:cNvSpPr txBox="1">
            <a:spLocks/>
          </p:cNvSpPr>
          <p:nvPr/>
        </p:nvSpPr>
        <p:spPr>
          <a:xfrm>
            <a:off x="457200" y="72217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u="sng" dirty="0"/>
              <a:t>Marketing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409A4BA-4903-2E7A-23DB-2FA0AE153D66}"/>
              </a:ext>
            </a:extLst>
          </p:cNvPr>
          <p:cNvSpPr/>
          <p:nvPr/>
        </p:nvSpPr>
        <p:spPr>
          <a:xfrm>
            <a:off x="3420289" y="1550054"/>
            <a:ext cx="2554735" cy="4620402"/>
          </a:xfrm>
          <a:prstGeom prst="rect">
            <a:avLst/>
          </a:prstGeom>
          <a:gradFill flip="none" rotWithShape="1">
            <a:gsLst>
              <a:gs pos="0">
                <a:srgbClr val="92D050">
                  <a:tint val="66000"/>
                  <a:satMod val="160000"/>
                </a:srgbClr>
              </a:gs>
              <a:gs pos="50000">
                <a:srgbClr val="92D050">
                  <a:tint val="44500"/>
                  <a:satMod val="160000"/>
                </a:srgbClr>
              </a:gs>
              <a:gs pos="100000">
                <a:srgbClr val="92D050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1200"/>
              </a:spcAft>
            </a:pPr>
            <a:r>
              <a:rPr lang="en-US" b="1" dirty="0">
                <a:solidFill>
                  <a:schemeClr val="tx1"/>
                </a:solidFill>
              </a:rPr>
              <a:t>Apartment Buildings</a:t>
            </a:r>
          </a:p>
          <a:p>
            <a:pPr>
              <a:spcAft>
                <a:spcPts val="1200"/>
              </a:spcAft>
            </a:pPr>
            <a:r>
              <a:rPr lang="en-US" sz="1600" dirty="0">
                <a:solidFill>
                  <a:schemeClr val="tx1"/>
                </a:solidFill>
              </a:rPr>
              <a:t>Place QR codes linked to our App in high-rise apartments with fitness centers and at least 200 residents</a:t>
            </a:r>
          </a:p>
          <a:p>
            <a:pPr>
              <a:spcAft>
                <a:spcPts val="1200"/>
              </a:spcAft>
            </a:pPr>
            <a:r>
              <a:rPr lang="en-US" sz="1600" b="1" dirty="0">
                <a:solidFill>
                  <a:schemeClr val="tx1"/>
                </a:solidFill>
              </a:rPr>
              <a:t>Cost: </a:t>
            </a:r>
            <a:r>
              <a:rPr lang="en-US" sz="1600" dirty="0">
                <a:solidFill>
                  <a:schemeClr val="tx1"/>
                </a:solidFill>
              </a:rPr>
              <a:t>None </a:t>
            </a:r>
          </a:p>
          <a:p>
            <a:pPr>
              <a:spcAft>
                <a:spcPts val="1200"/>
              </a:spcAft>
            </a:pPr>
            <a:r>
              <a:rPr lang="en-US" sz="1600" b="1" dirty="0">
                <a:solidFill>
                  <a:schemeClr val="tx1"/>
                </a:solidFill>
              </a:rPr>
              <a:t>Estimated Yield: </a:t>
            </a:r>
            <a:r>
              <a:rPr lang="en-US" sz="1600" dirty="0">
                <a:solidFill>
                  <a:schemeClr val="tx1"/>
                </a:solidFill>
              </a:rPr>
              <a:t>6-12 downloads, 1-3 paid users per building</a:t>
            </a:r>
          </a:p>
          <a:p>
            <a:pPr>
              <a:spcAft>
                <a:spcPts val="1200"/>
              </a:spcAft>
            </a:pPr>
            <a:r>
              <a:rPr lang="en-US" sz="1600" b="1" dirty="0">
                <a:solidFill>
                  <a:schemeClr val="tx1"/>
                </a:solidFill>
              </a:rPr>
              <a:t>First 3 Monts: </a:t>
            </a:r>
            <a:r>
              <a:rPr lang="en-US" sz="1600" dirty="0">
                <a:solidFill>
                  <a:schemeClr val="tx1"/>
                </a:solidFill>
              </a:rPr>
              <a:t>Place QR Codes in 50 apartment gyms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F99083-243D-688E-7A8C-67E13A6B35D5}"/>
              </a:ext>
            </a:extLst>
          </p:cNvPr>
          <p:cNvSpPr/>
          <p:nvPr/>
        </p:nvSpPr>
        <p:spPr>
          <a:xfrm>
            <a:off x="682887" y="1550054"/>
            <a:ext cx="2554735" cy="4620402"/>
          </a:xfrm>
          <a:prstGeom prst="rect">
            <a:avLst/>
          </a:prstGeom>
          <a:gradFill flip="none" rotWithShape="1">
            <a:gsLst>
              <a:gs pos="0">
                <a:srgbClr val="92D050">
                  <a:tint val="66000"/>
                  <a:satMod val="160000"/>
                </a:srgbClr>
              </a:gs>
              <a:gs pos="50000">
                <a:srgbClr val="92D050">
                  <a:tint val="44500"/>
                  <a:satMod val="160000"/>
                </a:srgbClr>
              </a:gs>
              <a:gs pos="100000">
                <a:srgbClr val="92D050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1200"/>
              </a:spcAft>
            </a:pPr>
            <a:r>
              <a:rPr lang="en-US" b="1" dirty="0">
                <a:solidFill>
                  <a:schemeClr val="tx1"/>
                </a:solidFill>
              </a:rPr>
              <a:t>Hotels</a:t>
            </a:r>
          </a:p>
          <a:p>
            <a:pPr>
              <a:spcAft>
                <a:spcPts val="1200"/>
              </a:spcAft>
            </a:pPr>
            <a:r>
              <a:rPr lang="en-US" sz="1600" dirty="0">
                <a:solidFill>
                  <a:schemeClr val="tx1"/>
                </a:solidFill>
              </a:rPr>
              <a:t>Place QR codes linked to our App in franchise owned hotels with fitness centers that cater to business travelers</a:t>
            </a:r>
          </a:p>
          <a:p>
            <a:pPr>
              <a:spcAft>
                <a:spcPts val="1200"/>
              </a:spcAft>
            </a:pPr>
            <a:r>
              <a:rPr lang="en-US" sz="1600" b="1" dirty="0">
                <a:solidFill>
                  <a:schemeClr val="tx1"/>
                </a:solidFill>
              </a:rPr>
              <a:t>Cost: </a:t>
            </a:r>
            <a:r>
              <a:rPr lang="en-US" sz="1600" dirty="0">
                <a:solidFill>
                  <a:schemeClr val="tx1"/>
                </a:solidFill>
              </a:rPr>
              <a:t>None </a:t>
            </a:r>
          </a:p>
          <a:p>
            <a:pPr>
              <a:spcAft>
                <a:spcPts val="1200"/>
              </a:spcAft>
            </a:pPr>
            <a:r>
              <a:rPr lang="en-US" sz="1600" b="1" dirty="0">
                <a:solidFill>
                  <a:schemeClr val="tx1"/>
                </a:solidFill>
              </a:rPr>
              <a:t>Estimated Yield: </a:t>
            </a:r>
            <a:r>
              <a:rPr lang="en-US" sz="1600" dirty="0">
                <a:solidFill>
                  <a:schemeClr val="tx1"/>
                </a:solidFill>
              </a:rPr>
              <a:t>30-50 downloads, 3-5 paid users per hotel per month</a:t>
            </a:r>
          </a:p>
          <a:p>
            <a:pPr>
              <a:spcAft>
                <a:spcPts val="600"/>
              </a:spcAft>
            </a:pPr>
            <a:r>
              <a:rPr lang="en-US" sz="1600" b="1" dirty="0">
                <a:solidFill>
                  <a:schemeClr val="tx1"/>
                </a:solidFill>
              </a:rPr>
              <a:t>First 3 Monts: </a:t>
            </a:r>
            <a:r>
              <a:rPr lang="en-US" sz="1600" dirty="0">
                <a:solidFill>
                  <a:schemeClr val="tx1"/>
                </a:solidFill>
              </a:rPr>
              <a:t>Place QR Codes in 6 hotel gyms </a:t>
            </a:r>
          </a:p>
          <a:p>
            <a:pPr>
              <a:spcAft>
                <a:spcPts val="600"/>
              </a:spcAft>
            </a:pPr>
            <a:r>
              <a:rPr lang="en-US" sz="1600" b="1" dirty="0">
                <a:solidFill>
                  <a:schemeClr val="tx1"/>
                </a:solidFill>
              </a:rPr>
              <a:t>Reach: </a:t>
            </a:r>
            <a:r>
              <a:rPr lang="en-US" sz="1600" dirty="0">
                <a:solidFill>
                  <a:schemeClr val="tx1"/>
                </a:solidFill>
              </a:rPr>
              <a:t>New customers ever day - </a:t>
            </a:r>
            <a:endParaRPr lang="en-US" sz="1600" b="1" dirty="0">
              <a:solidFill>
                <a:schemeClr val="tx1"/>
              </a:solidFill>
            </a:endParaRPr>
          </a:p>
          <a:p>
            <a:endParaRPr lang="en-US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E5AB5A-96B0-3A6B-C5D2-B70D0E8E1E23}"/>
              </a:ext>
            </a:extLst>
          </p:cNvPr>
          <p:cNvSpPr/>
          <p:nvPr/>
        </p:nvSpPr>
        <p:spPr>
          <a:xfrm>
            <a:off x="6119271" y="1551799"/>
            <a:ext cx="2554735" cy="4620402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1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1">
                  <a:lumMod val="60000"/>
                  <a:lumOff val="40000"/>
                  <a:shade val="100000"/>
                  <a:satMod val="11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bg1"/>
                </a:solidFill>
              </a:rPr>
              <a:t>Social Media</a:t>
            </a:r>
          </a:p>
          <a:p>
            <a:r>
              <a:rPr lang="en-US" sz="1600" dirty="0">
                <a:solidFill>
                  <a:schemeClr val="bg1"/>
                </a:solidFill>
              </a:rPr>
              <a:t>Both paid and user generated content aimed at our target customer segments 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b="1" dirty="0">
                <a:solidFill>
                  <a:schemeClr val="bg1"/>
                </a:solidFill>
              </a:rPr>
              <a:t>Cost: </a:t>
            </a:r>
          </a:p>
          <a:p>
            <a:endParaRPr lang="en-US" sz="1600" b="1" dirty="0">
              <a:solidFill>
                <a:schemeClr val="bg1"/>
              </a:solidFill>
            </a:endParaRPr>
          </a:p>
          <a:p>
            <a:endParaRPr lang="en-US" sz="1600" b="1" dirty="0">
              <a:solidFill>
                <a:schemeClr val="bg1"/>
              </a:solidFill>
            </a:endParaRPr>
          </a:p>
          <a:p>
            <a:endParaRPr lang="en-US" sz="1600" b="1" dirty="0">
              <a:solidFill>
                <a:schemeClr val="bg1"/>
              </a:solidFill>
            </a:endParaRPr>
          </a:p>
          <a:p>
            <a:endParaRPr lang="en-US" sz="1600" b="1" dirty="0">
              <a:solidFill>
                <a:schemeClr val="bg1"/>
              </a:solidFill>
            </a:endParaRPr>
          </a:p>
          <a:p>
            <a:endParaRPr lang="en-US" sz="1600" b="1" dirty="0">
              <a:solidFill>
                <a:schemeClr val="bg1"/>
              </a:solidFill>
            </a:endParaRPr>
          </a:p>
          <a:p>
            <a:endParaRPr lang="en-US" sz="1600" b="1" dirty="0">
              <a:solidFill>
                <a:schemeClr val="bg1"/>
              </a:solidFill>
            </a:endParaRPr>
          </a:p>
          <a:p>
            <a:endParaRPr lang="en-US" sz="1600" b="1" dirty="0">
              <a:solidFill>
                <a:schemeClr val="bg1"/>
              </a:solidFill>
            </a:endParaRPr>
          </a:p>
          <a:p>
            <a:r>
              <a:rPr lang="en-US" sz="1600" b="1" dirty="0">
                <a:solidFill>
                  <a:schemeClr val="bg1"/>
                </a:solidFill>
              </a:rPr>
              <a:t>First 3 Months: </a:t>
            </a:r>
            <a:r>
              <a:rPr lang="en-US" sz="1600" dirty="0">
                <a:solidFill>
                  <a:schemeClr val="bg1"/>
                </a:solidFill>
              </a:rPr>
              <a:t>A/B adds with target segments to refine messaging</a:t>
            </a:r>
            <a:endParaRPr lang="en-US" sz="1600" b="1" dirty="0">
              <a:solidFill>
                <a:schemeClr val="bg1"/>
              </a:solidFill>
            </a:endParaRPr>
          </a:p>
          <a:p>
            <a:endParaRPr lang="en-US" sz="1600" b="1" dirty="0">
              <a:solidFill>
                <a:schemeClr val="tx1"/>
              </a:solidFill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581F323-FFD8-E3C5-1F6C-FE0D7EEC81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337023"/>
              </p:ext>
            </p:extLst>
          </p:nvPr>
        </p:nvGraphicFramePr>
        <p:xfrm>
          <a:off x="6186988" y="3133568"/>
          <a:ext cx="2452118" cy="1753828"/>
        </p:xfrm>
        <a:graphic>
          <a:graphicData uri="http://schemas.openxmlformats.org/drawingml/2006/table">
            <a:tbl>
              <a:tblPr/>
              <a:tblGrid>
                <a:gridCol w="1135192">
                  <a:extLst>
                    <a:ext uri="{9D8B030D-6E8A-4147-A177-3AD203B41FA5}">
                      <a16:colId xmlns:a16="http://schemas.microsoft.com/office/drawing/2014/main" val="521887404"/>
                    </a:ext>
                  </a:extLst>
                </a:gridCol>
                <a:gridCol w="635194">
                  <a:extLst>
                    <a:ext uri="{9D8B030D-6E8A-4147-A177-3AD203B41FA5}">
                      <a16:colId xmlns:a16="http://schemas.microsoft.com/office/drawing/2014/main" val="544586548"/>
                    </a:ext>
                  </a:extLst>
                </a:gridCol>
                <a:gridCol w="681732">
                  <a:extLst>
                    <a:ext uri="{9D8B030D-6E8A-4147-A177-3AD203B41FA5}">
                      <a16:colId xmlns:a16="http://schemas.microsoft.com/office/drawing/2014/main" val="511374786"/>
                    </a:ext>
                  </a:extLst>
                </a:gridCol>
              </a:tblGrid>
              <a:tr h="2190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Seg. 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Seg. 2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792615"/>
                  </a:ext>
                </a:extLst>
              </a:tr>
              <a:tr h="2190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1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$ / Thousand Views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1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 $    20.00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1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 $    12.00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6034896"/>
                  </a:ext>
                </a:extLst>
              </a:tr>
              <a:tr h="2190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1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Click Through Rate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1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1.0%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1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1.0%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5157272"/>
                  </a:ext>
                </a:extLst>
              </a:tr>
              <a:tr h="2190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1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$ / Click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1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 $      2.00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1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 $      1.20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3116972"/>
                  </a:ext>
                </a:extLst>
              </a:tr>
              <a:tr h="2190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1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Install Rate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1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30%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1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25%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5519064"/>
                  </a:ext>
                </a:extLst>
              </a:tr>
              <a:tr h="2190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1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$ / Install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1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 $      6.67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1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 $      4.80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9923329"/>
                  </a:ext>
                </a:extLst>
              </a:tr>
              <a:tr h="2190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1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Conv. Rate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1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10%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1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5%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8767336"/>
                  </a:ext>
                </a:extLst>
              </a:tr>
              <a:tr h="2190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$ Per Paid User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   $66.67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     $96.00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06227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311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000" b="1" u="sng" dirty="0"/>
              <a:t>Expansion Opportunity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E42890C0-6303-FD0E-F117-8837CD205293}"/>
              </a:ext>
            </a:extLst>
          </p:cNvPr>
          <p:cNvSpPr/>
          <p:nvPr/>
        </p:nvSpPr>
        <p:spPr>
          <a:xfrm>
            <a:off x="858559" y="3757065"/>
            <a:ext cx="3406315" cy="739896"/>
          </a:xfrm>
          <a:prstGeom prst="rightArrow">
            <a:avLst/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4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5A0DEF39-D991-4A19-CAEC-BCEB8310B794}"/>
              </a:ext>
            </a:extLst>
          </p:cNvPr>
          <p:cNvSpPr/>
          <p:nvPr/>
        </p:nvSpPr>
        <p:spPr>
          <a:xfrm rot="19800123">
            <a:off x="4026613" y="2734332"/>
            <a:ext cx="4149819" cy="739896"/>
          </a:xfrm>
          <a:prstGeom prst="rightArrow">
            <a:avLst/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4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allout: Up Arrow 11">
            <a:extLst>
              <a:ext uri="{FF2B5EF4-FFF2-40B4-BE49-F238E27FC236}">
                <a16:creationId xmlns:a16="http://schemas.microsoft.com/office/drawing/2014/main" id="{043593B2-6967-43CF-102A-EEC5F2F56478}"/>
              </a:ext>
            </a:extLst>
          </p:cNvPr>
          <p:cNvSpPr/>
          <p:nvPr/>
        </p:nvSpPr>
        <p:spPr>
          <a:xfrm>
            <a:off x="369949" y="4356149"/>
            <a:ext cx="1717117" cy="2151442"/>
          </a:xfrm>
          <a:prstGeom prst="upArrowCallout">
            <a:avLst>
              <a:gd name="adj1" fmla="val 8750"/>
              <a:gd name="adj2" fmla="val 13750"/>
              <a:gd name="adj3" fmla="val 25000"/>
              <a:gd name="adj4" fmla="val 71401"/>
            </a:avLst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EAE480-3E2A-A276-1970-BB158E159B9C}"/>
              </a:ext>
            </a:extLst>
          </p:cNvPr>
          <p:cNvSpPr txBox="1"/>
          <p:nvPr/>
        </p:nvSpPr>
        <p:spPr>
          <a:xfrm>
            <a:off x="369949" y="4990809"/>
            <a:ext cx="17171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1400" b="1" dirty="0"/>
              <a:t>MVP</a:t>
            </a:r>
          </a:p>
          <a:p>
            <a:pPr algn="ctr">
              <a:spcAft>
                <a:spcPts val="600"/>
              </a:spcAft>
            </a:pPr>
            <a:r>
              <a:rPr lang="en-US" sz="1200" dirty="0"/>
              <a:t>Unlimited personalized Circuit workouts</a:t>
            </a:r>
          </a:p>
          <a:p>
            <a:pPr algn="ctr">
              <a:spcAft>
                <a:spcPts val="600"/>
              </a:spcAft>
            </a:pPr>
            <a:r>
              <a:rPr lang="en-US" sz="1200" dirty="0"/>
              <a:t>Saved History</a:t>
            </a:r>
          </a:p>
        </p:txBody>
      </p:sp>
      <p:sp>
        <p:nvSpPr>
          <p:cNvPr id="15" name="Callout: Up Arrow 14">
            <a:extLst>
              <a:ext uri="{FF2B5EF4-FFF2-40B4-BE49-F238E27FC236}">
                <a16:creationId xmlns:a16="http://schemas.microsoft.com/office/drawing/2014/main" id="{112BEBA9-685D-68C8-ACDD-5F94FE9A0587}"/>
              </a:ext>
            </a:extLst>
          </p:cNvPr>
          <p:cNvSpPr/>
          <p:nvPr/>
        </p:nvSpPr>
        <p:spPr>
          <a:xfrm>
            <a:off x="2351158" y="4334048"/>
            <a:ext cx="1717117" cy="2173543"/>
          </a:xfrm>
          <a:prstGeom prst="upArrowCallout">
            <a:avLst>
              <a:gd name="adj1" fmla="val 8750"/>
              <a:gd name="adj2" fmla="val 13750"/>
              <a:gd name="adj3" fmla="val 25000"/>
              <a:gd name="adj4" fmla="val 70028"/>
            </a:avLst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E2617F0-DA03-28A9-528B-382074242F6D}"/>
              </a:ext>
            </a:extLst>
          </p:cNvPr>
          <p:cNvSpPr txBox="1"/>
          <p:nvPr/>
        </p:nvSpPr>
        <p:spPr>
          <a:xfrm>
            <a:off x="2351158" y="4968709"/>
            <a:ext cx="1717117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1400" b="1" dirty="0"/>
              <a:t>Paid Core</a:t>
            </a:r>
          </a:p>
          <a:p>
            <a:pPr algn="ctr">
              <a:spcAft>
                <a:spcPts val="600"/>
              </a:spcAft>
            </a:pPr>
            <a:r>
              <a:rPr lang="en-US" sz="1200" dirty="0"/>
              <a:t>Long-term Strength / Conditioning plans</a:t>
            </a:r>
          </a:p>
          <a:p>
            <a:pPr algn="ctr">
              <a:spcAft>
                <a:spcPts val="600"/>
              </a:spcAft>
            </a:pPr>
            <a:r>
              <a:rPr lang="en-US" sz="1200" dirty="0"/>
              <a:t>Integrations</a:t>
            </a:r>
          </a:p>
          <a:p>
            <a:pPr algn="ctr">
              <a:spcAft>
                <a:spcPts val="600"/>
              </a:spcAft>
            </a:pPr>
            <a:r>
              <a:rPr lang="en-US" sz="1200" dirty="0"/>
              <a:t>Rehab</a:t>
            </a:r>
          </a:p>
          <a:p>
            <a:pPr algn="ctr">
              <a:spcAft>
                <a:spcPts val="600"/>
              </a:spcAft>
            </a:pPr>
            <a:r>
              <a:rPr lang="en-US" sz="1200" dirty="0"/>
              <a:t>Social</a:t>
            </a:r>
          </a:p>
        </p:txBody>
      </p:sp>
      <p:sp>
        <p:nvSpPr>
          <p:cNvPr id="17" name="Callout: Up Arrow 16">
            <a:extLst>
              <a:ext uri="{FF2B5EF4-FFF2-40B4-BE49-F238E27FC236}">
                <a16:creationId xmlns:a16="http://schemas.microsoft.com/office/drawing/2014/main" id="{F46B70AC-8888-B938-A5AB-943E3B27CACE}"/>
              </a:ext>
            </a:extLst>
          </p:cNvPr>
          <p:cNvSpPr/>
          <p:nvPr/>
        </p:nvSpPr>
        <p:spPr>
          <a:xfrm>
            <a:off x="4489546" y="3777691"/>
            <a:ext cx="1717117" cy="2371823"/>
          </a:xfrm>
          <a:prstGeom prst="upArrowCallout">
            <a:avLst>
              <a:gd name="adj1" fmla="val 8750"/>
              <a:gd name="adj2" fmla="val 13750"/>
              <a:gd name="adj3" fmla="val 25000"/>
              <a:gd name="adj4" fmla="val 71392"/>
            </a:avLst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5EA6C9-71C3-A787-F81F-27298940B426}"/>
              </a:ext>
            </a:extLst>
          </p:cNvPr>
          <p:cNvSpPr txBox="1"/>
          <p:nvPr/>
        </p:nvSpPr>
        <p:spPr>
          <a:xfrm>
            <a:off x="4489546" y="4412352"/>
            <a:ext cx="1717117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1400" b="1" dirty="0"/>
              <a:t>Capability Expansion</a:t>
            </a:r>
          </a:p>
          <a:p>
            <a:pPr algn="ctr">
              <a:spcAft>
                <a:spcPts val="600"/>
              </a:spcAft>
            </a:pPr>
            <a:r>
              <a:rPr lang="en-US" sz="1200" dirty="0"/>
              <a:t>Yoga</a:t>
            </a:r>
          </a:p>
          <a:p>
            <a:pPr algn="ctr">
              <a:spcAft>
                <a:spcPts val="600"/>
              </a:spcAft>
            </a:pPr>
            <a:r>
              <a:rPr lang="en-US" sz="1200" dirty="0"/>
              <a:t>Youth (join mom in her morning workout!)</a:t>
            </a:r>
          </a:p>
          <a:p>
            <a:pPr algn="ctr">
              <a:spcAft>
                <a:spcPts val="600"/>
              </a:spcAft>
            </a:pPr>
            <a:r>
              <a:rPr lang="en-US" sz="1200" dirty="0"/>
              <a:t>Postpartum</a:t>
            </a:r>
          </a:p>
          <a:p>
            <a:pPr algn="ctr">
              <a:spcAft>
                <a:spcPts val="600"/>
              </a:spcAft>
            </a:pPr>
            <a:r>
              <a:rPr lang="en-US" sz="1200" dirty="0"/>
              <a:t>Nutrition (Macros + Calories, Meal Planning)</a:t>
            </a:r>
          </a:p>
        </p:txBody>
      </p:sp>
      <p:sp>
        <p:nvSpPr>
          <p:cNvPr id="20" name="Callout: Up Arrow 19">
            <a:extLst>
              <a:ext uri="{FF2B5EF4-FFF2-40B4-BE49-F238E27FC236}">
                <a16:creationId xmlns:a16="http://schemas.microsoft.com/office/drawing/2014/main" id="{8CB3704B-F166-05C1-DADA-F0AF31AAA0E3}"/>
              </a:ext>
            </a:extLst>
          </p:cNvPr>
          <p:cNvSpPr/>
          <p:nvPr/>
        </p:nvSpPr>
        <p:spPr>
          <a:xfrm>
            <a:off x="6596389" y="2575942"/>
            <a:ext cx="1717117" cy="3001153"/>
          </a:xfrm>
          <a:prstGeom prst="upArrowCallout">
            <a:avLst>
              <a:gd name="adj1" fmla="val 8750"/>
              <a:gd name="adj2" fmla="val 13750"/>
              <a:gd name="adj3" fmla="val 25000"/>
              <a:gd name="adj4" fmla="val 78291"/>
            </a:avLst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ADC847-7642-FB28-A6FD-AB06CB322934}"/>
              </a:ext>
            </a:extLst>
          </p:cNvPr>
          <p:cNvSpPr txBox="1"/>
          <p:nvPr/>
        </p:nvSpPr>
        <p:spPr>
          <a:xfrm>
            <a:off x="6596389" y="3210603"/>
            <a:ext cx="1717117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1400" b="1" dirty="0"/>
              <a:t>Paid +</a:t>
            </a:r>
          </a:p>
          <a:p>
            <a:pPr algn="ctr">
              <a:spcAft>
                <a:spcPts val="600"/>
              </a:spcAft>
            </a:pPr>
            <a:r>
              <a:rPr lang="en-US" sz="1200" dirty="0"/>
              <a:t>Specific performance plans (youth + adult athletes)</a:t>
            </a:r>
          </a:p>
          <a:p>
            <a:pPr algn="ctr">
              <a:spcAft>
                <a:spcPts val="600"/>
              </a:spcAft>
            </a:pPr>
            <a:r>
              <a:rPr lang="en-US" sz="1200" dirty="0"/>
              <a:t>Expanded rehab (serious injuries)</a:t>
            </a:r>
          </a:p>
          <a:p>
            <a:pPr algn="ctr">
              <a:spcAft>
                <a:spcPts val="600"/>
              </a:spcAft>
            </a:pPr>
            <a:r>
              <a:rPr lang="en-US" sz="1200" dirty="0"/>
              <a:t>In-depth Nutrition (micro-nutrient recommendations)</a:t>
            </a:r>
          </a:p>
          <a:p>
            <a:pPr algn="ctr">
              <a:spcAft>
                <a:spcPts val="600"/>
              </a:spcAft>
            </a:pPr>
            <a:r>
              <a:rPr lang="en-US" sz="1200" dirty="0"/>
              <a:t>Human Consultants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4E6151-2960-D929-4DF1-188E53B14DF7}"/>
              </a:ext>
            </a:extLst>
          </p:cNvPr>
          <p:cNvSpPr txBox="1"/>
          <p:nvPr/>
        </p:nvSpPr>
        <p:spPr>
          <a:xfrm>
            <a:off x="858558" y="1333878"/>
            <a:ext cx="66032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dirty="0"/>
              <a:t>Our product roadmap is aimed at: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Serving our customers as they evolve along their fitness journeys (increasing workout programing and sophistication) 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F974909-BC99-EB07-89DD-64C48DC8FD23}"/>
              </a:ext>
            </a:extLst>
          </p:cNvPr>
          <p:cNvSpPr txBox="1"/>
          <p:nvPr/>
        </p:nvSpPr>
        <p:spPr>
          <a:xfrm>
            <a:off x="858560" y="2353279"/>
            <a:ext cx="50187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Catering to a broader set of needs and preferences within our customer segment (yoga, postpartum, nutrition)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9FAEB5E-9BEF-A35F-4C8D-F4B7F5B9B124}"/>
              </a:ext>
            </a:extLst>
          </p:cNvPr>
          <p:cNvSpPr txBox="1"/>
          <p:nvPr/>
        </p:nvSpPr>
        <p:spPr>
          <a:xfrm>
            <a:off x="830494" y="3191419"/>
            <a:ext cx="44953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Creating sticky customer relationships (social, youth)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AC5B7-BF32-94BF-944A-CBDB14C86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7560C-C366-9595-9593-E93E2AA43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5777"/>
            <a:ext cx="8229600" cy="1143000"/>
          </a:xfrm>
        </p:spPr>
        <p:txBody>
          <a:bodyPr>
            <a:normAutofit/>
          </a:bodyPr>
          <a:lstStyle/>
          <a:p>
            <a:r>
              <a:rPr lang="en-US" sz="2000" b="1" u="sng" dirty="0"/>
              <a:t>Market</a:t>
            </a:r>
            <a:r>
              <a:rPr sz="2000" b="1" u="sng" dirty="0"/>
              <a:t> Opportunity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50A5B67-AF39-2103-DA6B-A5F87778FA35}"/>
              </a:ext>
            </a:extLst>
          </p:cNvPr>
          <p:cNvSpPr/>
          <p:nvPr/>
        </p:nvSpPr>
        <p:spPr>
          <a:xfrm>
            <a:off x="809698" y="2660438"/>
            <a:ext cx="2575676" cy="248426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Young professionals </a:t>
            </a:r>
            <a:r>
              <a:rPr lang="en-US" dirty="0"/>
              <a:t>sliver showing our initial market segment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FB9C8F-5FF7-FA6F-773C-165C67B92844}"/>
              </a:ext>
            </a:extLst>
          </p:cNvPr>
          <p:cNvSpPr/>
          <p:nvPr/>
        </p:nvSpPr>
        <p:spPr>
          <a:xfrm>
            <a:off x="4285814" y="2121966"/>
            <a:ext cx="4400986" cy="436259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Table with Initial Customer Acquisition Channels and revenue + Fixed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7755CE-7B78-5A87-1178-20B24673FE45}"/>
              </a:ext>
            </a:extLst>
          </p:cNvPr>
          <p:cNvSpPr txBox="1"/>
          <p:nvPr/>
        </p:nvSpPr>
        <p:spPr>
          <a:xfrm>
            <a:off x="369948" y="1130785"/>
            <a:ext cx="84041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are starting off with a very specific customer segment in order to dominate this category, gain traction, learn about our customer’s preferences before expanding into larger market segments</a:t>
            </a:r>
          </a:p>
        </p:txBody>
      </p:sp>
    </p:spTree>
    <p:extLst>
      <p:ext uri="{BB962C8B-B14F-4D97-AF65-F5344CB8AC3E}">
        <p14:creationId xmlns:p14="http://schemas.microsoft.com/office/powerpoint/2010/main" val="33680110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6E077-A4C0-CEB7-DE8F-3B77E64C7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E5E09-C1D0-39F1-C6AE-DDB892195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000" b="1" u="sng" dirty="0"/>
              <a:t>Competitive Landscape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9644305-DE31-D471-A3EA-C46E57D7F1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8328358"/>
              </p:ext>
            </p:extLst>
          </p:nvPr>
        </p:nvGraphicFramePr>
        <p:xfrm>
          <a:off x="650081" y="1396999"/>
          <a:ext cx="7799023" cy="4239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5290">
                  <a:extLst>
                    <a:ext uri="{9D8B030D-6E8A-4147-A177-3AD203B41FA5}">
                      <a16:colId xmlns:a16="http://schemas.microsoft.com/office/drawing/2014/main" val="4171383694"/>
                    </a:ext>
                  </a:extLst>
                </a:gridCol>
                <a:gridCol w="907256">
                  <a:extLst>
                    <a:ext uri="{9D8B030D-6E8A-4147-A177-3AD203B41FA5}">
                      <a16:colId xmlns:a16="http://schemas.microsoft.com/office/drawing/2014/main" val="3328622430"/>
                    </a:ext>
                  </a:extLst>
                </a:gridCol>
                <a:gridCol w="1878806">
                  <a:extLst>
                    <a:ext uri="{9D8B030D-6E8A-4147-A177-3AD203B41FA5}">
                      <a16:colId xmlns:a16="http://schemas.microsoft.com/office/drawing/2014/main" val="3012245522"/>
                    </a:ext>
                  </a:extLst>
                </a:gridCol>
                <a:gridCol w="2307431">
                  <a:extLst>
                    <a:ext uri="{9D8B030D-6E8A-4147-A177-3AD203B41FA5}">
                      <a16:colId xmlns:a16="http://schemas.microsoft.com/office/drawing/2014/main" val="2594488020"/>
                    </a:ext>
                  </a:extLst>
                </a:gridCol>
                <a:gridCol w="1900240">
                  <a:extLst>
                    <a:ext uri="{9D8B030D-6E8A-4147-A177-3AD203B41FA5}">
                      <a16:colId xmlns:a16="http://schemas.microsoft.com/office/drawing/2014/main" val="1981112888"/>
                    </a:ext>
                  </a:extLst>
                </a:gridCol>
              </a:tblGrid>
              <a:tr h="3993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App</a:t>
                      </a:r>
                      <a:endParaRPr lang="en-US" sz="1600" dirty="0"/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Founded</a:t>
                      </a:r>
                      <a:endParaRPr lang="en-US" sz="1600" dirty="0"/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Strength</a:t>
                      </a:r>
                      <a:endParaRPr lang="en-US" sz="1600" dirty="0"/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Weakness / Gap</a:t>
                      </a:r>
                      <a:endParaRPr lang="en-US" sz="1600" dirty="0"/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Fitness Expertise</a:t>
                      </a:r>
                    </a:p>
                  </a:txBody>
                  <a:tcPr marL="30376" marR="30376" marT="15188" marB="15188" anchor="ctr"/>
                </a:tc>
                <a:extLst>
                  <a:ext uri="{0D108BD9-81ED-4DB2-BD59-A6C34878D82A}">
                    <a16:rowId xmlns:a16="http://schemas.microsoft.com/office/drawing/2014/main" val="314396690"/>
                  </a:ext>
                </a:extLst>
              </a:tr>
              <a:tr h="7220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 err="1"/>
                        <a:t>Freeletics</a:t>
                      </a:r>
                      <a:endParaRPr lang="en-US" sz="1400" dirty="0"/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2013</a:t>
                      </a: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High enjoyment via intensity and structure</a:t>
                      </a: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Still relatively static and demanding – limited flexibility</a:t>
                      </a: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Limited to none, no certified trainers listed </a:t>
                      </a:r>
                    </a:p>
                  </a:txBody>
                  <a:tcPr marL="30376" marR="30376" marT="15188" marB="15188" anchor="ctr"/>
                </a:tc>
                <a:extLst>
                  <a:ext uri="{0D108BD9-81ED-4DB2-BD59-A6C34878D82A}">
                    <a16:rowId xmlns:a16="http://schemas.microsoft.com/office/drawing/2014/main" val="1953889716"/>
                  </a:ext>
                </a:extLst>
              </a:tr>
              <a:tr h="4922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 err="1"/>
                        <a:t>Fitbod</a:t>
                      </a:r>
                      <a:endParaRPr lang="en-US" sz="1400" dirty="0"/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2015</a:t>
                      </a: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Strong on adaptability and data</a:t>
                      </a: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Still framed around “training” rather than lifestyle enjoyment</a:t>
                      </a: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One certified trainer acts as an advisor</a:t>
                      </a:r>
                    </a:p>
                  </a:txBody>
                  <a:tcPr marL="30376" marR="30376" marT="15188" marB="15188" anchor="ctr"/>
                </a:tc>
                <a:extLst>
                  <a:ext uri="{0D108BD9-81ED-4DB2-BD59-A6C34878D82A}">
                    <a16:rowId xmlns:a16="http://schemas.microsoft.com/office/drawing/2014/main" val="2088939772"/>
                  </a:ext>
                </a:extLst>
              </a:tr>
              <a:tr h="7220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 err="1"/>
                        <a:t>FitnessAI</a:t>
                      </a:r>
                      <a:endParaRPr lang="en-US" sz="1400" dirty="0"/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2019</a:t>
                      </a: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AI-driven personalized workouts</a:t>
                      </a: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Training-centric, limited breadth — not lifestyle oriented </a:t>
                      </a: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Limited to none, no certified trainers listed </a:t>
                      </a:r>
                    </a:p>
                  </a:txBody>
                  <a:tcPr marL="30376" marR="30376" marT="15188" marB="15188" anchor="ctr"/>
                </a:tc>
                <a:extLst>
                  <a:ext uri="{0D108BD9-81ED-4DB2-BD59-A6C34878D82A}">
                    <a16:rowId xmlns:a16="http://schemas.microsoft.com/office/drawing/2014/main" val="2251895889"/>
                  </a:ext>
                </a:extLst>
              </a:tr>
              <a:tr h="9518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Ladder</a:t>
                      </a:r>
                      <a:endParaRPr lang="en-US" sz="1400" dirty="0"/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2020</a:t>
                      </a: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More enjoyable and coach-driven</a:t>
                      </a: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Locked into structured programs; less real-time adaptability (iOS focus historically) </a:t>
                      </a:r>
                    </a:p>
                  </a:txBody>
                  <a:tcPr marL="30376" marR="30376" marT="15188" marB="151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High expertise, multiple certified trainers listed</a:t>
                      </a:r>
                    </a:p>
                  </a:txBody>
                  <a:tcPr marL="30376" marR="30376" marT="15188" marB="15188" anchor="ctr"/>
                </a:tc>
                <a:extLst>
                  <a:ext uri="{0D108BD9-81ED-4DB2-BD59-A6C34878D82A}">
                    <a16:rowId xmlns:a16="http://schemas.microsoft.com/office/drawing/2014/main" val="923335369"/>
                  </a:ext>
                </a:extLst>
              </a:tr>
              <a:tr h="951832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4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MAPS</a:t>
                      </a:r>
                    </a:p>
                  </a:txBody>
                  <a:tcPr marL="19050" marR="19050" marT="12700" marB="1270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dirty="0">
                          <a:effectLst/>
                        </a:rPr>
                        <a:t> </a:t>
                      </a:r>
                    </a:p>
                  </a:txBody>
                  <a:tcPr marL="19050" marR="19050" marT="12700" marB="1270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ctr" latinLnBrk="0" hangingPunct="1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High variety of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of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workouts, equipment flexibility</a:t>
                      </a:r>
                    </a:p>
                  </a:txBody>
                  <a:tcPr marL="19050" marR="19050" marT="12700" marB="1270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ctr" latinLnBrk="0" hangingPunct="1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Option paralysis, minimal flexibility within programs</a:t>
                      </a:r>
                    </a:p>
                  </a:txBody>
                  <a:tcPr marL="19050" marR="19050" marT="12700" marB="1270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ctr" latinLnBrk="0" hangingPunct="1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High expertise, built by strength coaches </a:t>
                      </a:r>
                    </a:p>
                  </a:txBody>
                  <a:tcPr marL="19050" marR="19050" marT="12700" marB="12700" anchor="ctr"/>
                </a:tc>
                <a:extLst>
                  <a:ext uri="{0D108BD9-81ED-4DB2-BD59-A6C34878D82A}">
                    <a16:rowId xmlns:a16="http://schemas.microsoft.com/office/drawing/2014/main" val="9002215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29077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5D59F-07EE-0F6F-E4FE-D6782BE86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C6C00-3A4E-20A6-6DC3-AAD439460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11818"/>
            <a:ext cx="8229600" cy="800304"/>
          </a:xfrm>
        </p:spPr>
        <p:txBody>
          <a:bodyPr>
            <a:normAutofit/>
          </a:bodyPr>
          <a:lstStyle/>
          <a:p>
            <a:r>
              <a:rPr lang="en-US" sz="2000" b="1" u="sng" dirty="0"/>
              <a:t>User Interface</a:t>
            </a:r>
            <a:endParaRPr sz="2000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7AB634CD-67AD-7B42-2B5E-5D7B54830F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2" y="1249447"/>
            <a:ext cx="3123360" cy="4076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3F5FE6DE-C95C-B19A-18E8-9D45297813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153" y="1417638"/>
            <a:ext cx="2711196" cy="3598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99447A5-A90C-9E1E-8A04-C713B9B1C7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4731" y="2471137"/>
            <a:ext cx="5370271" cy="4165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6243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We Win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Fitness designed for real life.</a:t>
            </a:r>
          </a:p>
          <a:p>
            <a:endParaRPr/>
          </a:p>
          <a:p>
            <a:r>
              <a:t>• Adaptive</a:t>
            </a:r>
          </a:p>
          <a:p>
            <a:r>
              <a:t>• Enjoyable</a:t>
            </a:r>
          </a:p>
          <a:p>
            <a:r>
              <a:t>• Sustainable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2259</TotalTime>
  <Words>1026</Words>
  <Application>Microsoft Office PowerPoint</Application>
  <PresentationFormat>On-screen Show (4:3)</PresentationFormat>
  <Paragraphs>190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Narrow</vt:lpstr>
      <vt:lpstr>Arial</vt:lpstr>
      <vt:lpstr>Calibri</vt:lpstr>
      <vt:lpstr>Wingdings</vt:lpstr>
      <vt:lpstr>Office Theme</vt:lpstr>
      <vt:lpstr>A Smarter, Flexible Way to Stay Fit</vt:lpstr>
      <vt:lpstr>The Problem</vt:lpstr>
      <vt:lpstr>Meet our App</vt:lpstr>
      <vt:lpstr>Our App is built for two distinct customer segments with very similar pain points and needs </vt:lpstr>
      <vt:lpstr>Our marketing plan will focus on three main channels to access our target audience</vt:lpstr>
      <vt:lpstr>Expansion Opportunity</vt:lpstr>
      <vt:lpstr>Market Opportunity</vt:lpstr>
      <vt:lpstr>Competitive Landscape</vt:lpstr>
      <vt:lpstr>User Interface</vt:lpstr>
      <vt:lpstr>Why We Win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Dylan Ward</dc:creator>
  <cp:keywords/>
  <dc:description>generated using python-pptx</dc:description>
  <cp:lastModifiedBy>Dylan Ward</cp:lastModifiedBy>
  <cp:revision>4</cp:revision>
  <dcterms:created xsi:type="dcterms:W3CDTF">2013-01-27T09:14:16Z</dcterms:created>
  <dcterms:modified xsi:type="dcterms:W3CDTF">2026-01-21T23:09:28Z</dcterms:modified>
  <cp:category/>
</cp:coreProperties>
</file>